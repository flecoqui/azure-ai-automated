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9005" r:id="rId5"/>
    <p:sldMasterId id="2147489007" r:id="rId6"/>
  </p:sldMasterIdLst>
  <p:notesMasterIdLst>
    <p:notesMasterId r:id="rId9"/>
  </p:notesMasterIdLst>
  <p:handoutMasterIdLst>
    <p:handoutMasterId r:id="rId10"/>
  </p:handoutMasterIdLst>
  <p:sldIdLst>
    <p:sldId id="2147469217" r:id="rId7"/>
    <p:sldId id="2147469223" r:id="rId8"/>
  </p:sldIdLst>
  <p:sldSz cx="12192000" cy="6858000"/>
  <p:notesSz cx="6858000" cy="9144000"/>
  <p:custDataLst>
    <p:tags r:id="rId11"/>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00E47399-A84A-4543-97B5-DFD2E5FCD16A}">
          <p14:sldIdLst>
            <p14:sldId id="2147469217"/>
            <p14:sldId id="214746922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0D5C0B-7D9E-F0AB-739B-99DAEF60FE8E}" name="Dana Warren" initials="DW" userId="S::dawarren@microsoft.com::68fe4241-55bf-4f99-a11b-f57c206d72e0" providerId="AD"/>
  <p188:author id="{5630FB12-8074-9F1B-66D6-1460F085776F}" name="Maria Clara Malori" initials="MM" userId="S::mclara@microsoft.com::bfc72468-8048-4f0a-b831-e15ceedeb5cc" providerId="AD"/>
  <p188:author id="{736B364B-F210-8BD5-638A-D96FD4F8ADD3}" name="Preethi Natarajan" initials="PN" userId="S::prnata@microsoft.com::25fbe3b0-a55d-49f3-b296-242a1306f6f2" providerId="AD"/>
  <p188:author id="{440F8E7A-6EA4-CB37-7D16-E1D6EA23B24A}" name="Akshobhya Mann (SHE/HER, CSE)" initials="AC" userId="S::akmann@microsoft.com::16d66334-75e7-49d5-a390-29324a5125cd" providerId="AD"/>
  <p188:author id="{B09FC995-C4B3-AE09-BE74-6FC7EF244FAF}" name="Sonal Patil (CSE)" initials="SP(" userId="S::sopati@microsoft.com::1bac9017-6b22-4481-8540-38620c684314" providerId="AD"/>
  <p188:author id="{5D0BACC7-FBC1-7EFC-57B8-06F67098CD9F}" name="Federica Nocera (SHE/HER)" initials="F(" userId="S::fenocera@microsoft.com::cc58a4fc-ad0b-4dfc-895f-9dc516b9df18" providerId="AD"/>
  <p188:author id="{05E29DF1-866E-478F-E36B-D6C4A31714D9}" name="Joelle Woo" initials="JW" userId="S::joellew@microsoft.com::9e70188e-ecb8-4a62-8d24-8b81cdf4055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Ali Tokmen" initials="AT" lastIdx="1" clrIdx="7">
    <p:extLst>
      <p:ext uri="{19B8F6BF-5375-455C-9EA6-DF929625EA0E}">
        <p15:presenceInfo xmlns:p15="http://schemas.microsoft.com/office/powerpoint/2012/main" userId="S::Ali_Tokmen@swissre.com::2c0b388a-7d68-4da7-a961-e1f4bb9771ee" providerId="AD"/>
      </p:ext>
    </p:extLst>
  </p:cmAuthor>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Marco Strullato" initials="MS" lastIdx="1" clrIdx="5">
    <p:extLst>
      <p:ext uri="{19B8F6BF-5375-455C-9EA6-DF929625EA0E}">
        <p15:presenceInfo xmlns:p15="http://schemas.microsoft.com/office/powerpoint/2012/main" userId="S::Marco_Strullato@swissre.com::58a4532c-9b34-49d6-9c69-3b29d7c63604" providerId="AD"/>
      </p:ext>
    </p:extLst>
  </p:cmAuthor>
  <p:cmAuthor id="6" name="Melanie Guittet (B2B-Microsoft Corporation)" initials="MC" lastIdx="2" clrIdx="6">
    <p:extLst>
      <p:ext uri="{19B8F6BF-5375-455C-9EA6-DF929625EA0E}">
        <p15:presenceInfo xmlns:p15="http://schemas.microsoft.com/office/powerpoint/2012/main" userId="S::meguittet_microsoft.com#ext#@swissre.onmicrosoft.com::db809545-532e-4336-80e2-3cc81520ffc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800"/>
    <a:srgbClr val="FF9349"/>
    <a:srgbClr val="243A5E"/>
    <a:srgbClr val="FF3399"/>
    <a:srgbClr val="D59DFF"/>
    <a:srgbClr val="D6DCE5"/>
    <a:srgbClr val="C2E1DD"/>
    <a:srgbClr val="274B47"/>
    <a:srgbClr val="0078D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87" autoAdjust="0"/>
    <p:restoredTop sz="94660"/>
  </p:normalViewPr>
  <p:slideViewPr>
    <p:cSldViewPr snapToGrid="0">
      <p:cViewPr varScale="1">
        <p:scale>
          <a:sx n="101" d="100"/>
          <a:sy n="101" d="100"/>
        </p:scale>
        <p:origin x="72" y="132"/>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3/27/2026 5:51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3/27/2026 5:49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A7157-018E-D6FE-F759-C41A3FFD9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336C8-D58D-2896-8095-B2008F859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687DD-EE3E-CDF8-320C-EA947B1C1CA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7B7B561-B8F3-656E-2BBC-AB4EEF756F4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C63DDB48-A343-7BE8-312F-D8C2195DF90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6623A07-4A4E-FAF3-6521-20E5DF01B652}"/>
              </a:ext>
            </a:extLst>
          </p:cNvPr>
          <p:cNvSpPr>
            <a:spLocks noGrp="1"/>
          </p:cNvSpPr>
          <p:nvPr>
            <p:ph type="dt" idx="1"/>
          </p:nvPr>
        </p:nvSpPr>
        <p:spPr/>
        <p:txBody>
          <a:bodyPr/>
          <a:lstStyle/>
          <a:p>
            <a:fld id="{386CE63F-9E7F-4C04-9D0D-FCA25A8E9E86}" type="datetime8">
              <a:rPr lang="en-US" smtClean="0"/>
              <a:t>3/27/2026 5:59 PM</a:t>
            </a:fld>
            <a:endParaRPr lang="en-US"/>
          </a:p>
        </p:txBody>
      </p:sp>
      <p:sp>
        <p:nvSpPr>
          <p:cNvPr id="7" name="Slide Number Placeholder 6">
            <a:extLst>
              <a:ext uri="{FF2B5EF4-FFF2-40B4-BE49-F238E27FC236}">
                <a16:creationId xmlns:a16="http://schemas.microsoft.com/office/drawing/2014/main" id="{40B53347-01BB-88E0-751E-F2DD9AC58AC3}"/>
              </a:ext>
            </a:extLst>
          </p:cNvPr>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831435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9CB5B-3811-D535-6426-9725E8CC4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58D38-9503-6E82-7DA5-EAC6972BF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6539F-6BDE-7ECB-50CE-0129B627ED1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DC3338E-DFF0-9F04-A45B-4A45F67E9C0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300620C-99B4-82B4-7094-AD6D6BFE769A}"/>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D71A7F9-669D-751B-AFA0-D0FC998755EA}"/>
              </a:ext>
            </a:extLst>
          </p:cNvPr>
          <p:cNvSpPr>
            <a:spLocks noGrp="1"/>
          </p:cNvSpPr>
          <p:nvPr>
            <p:ph type="dt" idx="1"/>
          </p:nvPr>
        </p:nvSpPr>
        <p:spPr/>
        <p:txBody>
          <a:bodyPr/>
          <a:lstStyle/>
          <a:p>
            <a:fld id="{386CE63F-9E7F-4C04-9D0D-FCA25A8E9E86}" type="datetime8">
              <a:rPr lang="en-US" smtClean="0"/>
              <a:t>3/27/2026 6:17 PM</a:t>
            </a:fld>
            <a:endParaRPr lang="en-US"/>
          </a:p>
        </p:txBody>
      </p:sp>
      <p:sp>
        <p:nvSpPr>
          <p:cNvPr id="7" name="Slide Number Placeholder 6">
            <a:extLst>
              <a:ext uri="{FF2B5EF4-FFF2-40B4-BE49-F238E27FC236}">
                <a16:creationId xmlns:a16="http://schemas.microsoft.com/office/drawing/2014/main" id="{121F1E6C-1BE2-95D8-0A82-A886AE7CD448}"/>
              </a:ext>
            </a:extLst>
          </p:cNvPr>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24880294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6" Type="http://schemas.openxmlformats.org/officeDocument/2006/relationships/image" Target="../media/image4.emf"/><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26.jpe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3.xml"/><Relationship Id="rId5" Type="http://schemas.openxmlformats.org/officeDocument/2006/relationships/image" Target="../media/image30.jpeg"/><Relationship Id="rId4" Type="http://schemas.openxmlformats.org/officeDocument/2006/relationships/image" Target="../media/image29.jpe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31.jpeg"/><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31.jpeg"/><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3" name="Picture 2" descr="A meeting in a conference room.">
            <a:extLst>
              <a:ext uri="{FF2B5EF4-FFF2-40B4-BE49-F238E27FC236}">
                <a16:creationId xmlns:a16="http://schemas.microsoft.com/office/drawing/2014/main" id="{1C493F8D-AB10-4958-85D1-CC12E3C2F13E}"/>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3" name="Picture 2" descr="A meeting in a conference room.">
            <a:extLst>
              <a:ext uri="{FF2B5EF4-FFF2-40B4-BE49-F238E27FC236}">
                <a16:creationId xmlns:a16="http://schemas.microsoft.com/office/drawing/2014/main" id="{73BBB57F-0AE7-43B4-A8A4-8A3F02549FB7}"/>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3785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userDrawn="1">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D8EBD-E9D5-4D52-AE6A-5630DA139C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638AC9-29BE-453E-B51F-3C28D10F0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22252B-ECF2-4E75-9E57-075D6E30A985}"/>
              </a:ext>
            </a:extLst>
          </p:cNvPr>
          <p:cNvSpPr>
            <a:spLocks noGrp="1"/>
          </p:cNvSpPr>
          <p:nvPr>
            <p:ph type="dt" sz="half" idx="10"/>
          </p:nvPr>
        </p:nvSpPr>
        <p:spPr/>
        <p:txBody>
          <a:bodyPr/>
          <a:lstStyle/>
          <a:p>
            <a:fld id="{6BF5EF9A-BEE7-4076-A7E2-A147E153F1B4}" type="datetimeFigureOut">
              <a:rPr lang="en-US" smtClean="0"/>
              <a:t>3/27/2026</a:t>
            </a:fld>
            <a:endParaRPr lang="en-US"/>
          </a:p>
        </p:txBody>
      </p:sp>
      <p:sp>
        <p:nvSpPr>
          <p:cNvPr id="5" name="Footer Placeholder 4">
            <a:extLst>
              <a:ext uri="{FF2B5EF4-FFF2-40B4-BE49-F238E27FC236}">
                <a16:creationId xmlns:a16="http://schemas.microsoft.com/office/drawing/2014/main" id="{17D28617-93A8-4DBE-8BEC-CBC631222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E1BF-E7A5-48C2-B64B-5F2CA7CBFA2F}"/>
              </a:ext>
            </a:extLst>
          </p:cNvPr>
          <p:cNvSpPr>
            <a:spLocks noGrp="1"/>
          </p:cNvSpPr>
          <p:nvPr>
            <p:ph type="sldNum" sz="quarter" idx="12"/>
          </p:nvPr>
        </p:nvSpPr>
        <p:spPr/>
        <p:txBody>
          <a:bodyPr/>
          <a:lstStyle/>
          <a:p>
            <a:fld id="{692430EE-C494-4675-BBE5-C575213F2D96}" type="slidenum">
              <a:rPr lang="en-US" smtClean="0"/>
              <a:t>‹#›</a:t>
            </a:fld>
            <a:endParaRPr lang="en-US"/>
          </a:p>
        </p:txBody>
      </p:sp>
    </p:spTree>
    <p:extLst>
      <p:ext uri="{BB962C8B-B14F-4D97-AF65-F5344CB8AC3E}">
        <p14:creationId xmlns:p14="http://schemas.microsoft.com/office/powerpoint/2010/main" val="135739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Header Line 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3000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a:extLst>
              <a:ext uri="{FF2B5EF4-FFF2-40B4-BE49-F238E27FC236}">
                <a16:creationId xmlns:a16="http://schemas.microsoft.com/office/drawing/2014/main" id="{42998CE9-F833-44B6-B17D-26B5AA2294C3}"/>
              </a:ext>
              <a:ext uri="{C183D7F6-B498-43B3-948B-1728B52AA6E4}">
                <adec:decorative xmlns:adec="http://schemas.microsoft.com/office/drawing/2017/decorative" val="1"/>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19586460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square photo 1">
    <p:bg>
      <p:bgRef idx="1001">
        <a:schemeClr val="bg1"/>
      </p:bgRef>
    </p:bg>
    <p:spTree>
      <p:nvGrpSpPr>
        <p:cNvPr id="1" name=""/>
        <p:cNvGrpSpPr/>
        <p:nvPr/>
      </p:nvGrpSpPr>
      <p:grpSpPr>
        <a:xfrm>
          <a:off x="0" y="0"/>
          <a:ext cx="0" cy="0"/>
          <a:chOff x="0" y="0"/>
          <a:chExt cx="0" cy="0"/>
        </a:xfrm>
      </p:grpSpPr>
      <p:sp>
        <p:nvSpPr>
          <p:cNvPr id="59" name="Picture Placeholder 58">
            <a:extLst>
              <a:ext uri="{FF2B5EF4-FFF2-40B4-BE49-F238E27FC236}">
                <a16:creationId xmlns:a16="http://schemas.microsoft.com/office/drawing/2014/main" id="{AF095437-C6C3-402E-A3FB-A8DCF5CCFDFB}"/>
              </a:ext>
            </a:extLst>
          </p:cNvPr>
          <p:cNvSpPr>
            <a:spLocks noGrp="1"/>
          </p:cNvSpPr>
          <p:nvPr>
            <p:ph type="pic" sz="quarter" idx="16" hasCustomPrompt="1"/>
          </p:nvPr>
        </p:nvSpPr>
        <p:spPr>
          <a:xfrm>
            <a:off x="8763000" y="2286000"/>
            <a:ext cx="3429000" cy="2284413"/>
          </a:xfrm>
          <a:blipFill>
            <a:blip r:embed="rId2"/>
            <a:stretch>
              <a:fillRect/>
            </a:stretch>
          </a:blipFill>
        </p:spPr>
        <p:txBody>
          <a:bodyPr vert="horz" wrap="square" lIns="274320" tIns="0" rIns="0" bIns="0" rtlCol="0" anchor="ctr" anchorCtr="0">
            <a:noAutofit/>
          </a:bodyPr>
          <a:lstStyle>
            <a:lvl1pPr>
              <a:defRPr lang="en-US" sz="1600" b="1" dirty="0">
                <a:solidFill>
                  <a:schemeClr val="bg1"/>
                </a:solidFill>
              </a:defRPr>
            </a:lvl1pPr>
          </a:lstStyle>
          <a:p>
            <a:pPr marL="0" lvl="0" indent="0">
              <a:buNone/>
            </a:pPr>
            <a:r>
              <a:rPr lang="en-US"/>
              <a:t>Drag &amp; drop your photo here </a:t>
            </a:r>
            <a:br>
              <a:rPr lang="en-US"/>
            </a:br>
            <a:r>
              <a:rPr lang="en-US"/>
              <a:t>or click or tap icon below </a:t>
            </a:r>
            <a:br>
              <a:rPr lang="en-US"/>
            </a:br>
            <a:r>
              <a:rPr lang="en-US"/>
              <a:t>to insert</a:t>
            </a:r>
          </a:p>
          <a:p>
            <a:pPr marL="0" lvl="0" indent="0">
              <a:buNone/>
            </a:pPr>
            <a:endParaRPr lang="en-US"/>
          </a:p>
        </p:txBody>
      </p:sp>
      <p:sp>
        <p:nvSpPr>
          <p:cNvPr id="55" name="Picture Placeholder 54">
            <a:extLst>
              <a:ext uri="{FF2B5EF4-FFF2-40B4-BE49-F238E27FC236}">
                <a16:creationId xmlns:a16="http://schemas.microsoft.com/office/drawing/2014/main" id="{E8816877-5041-4C7E-97EB-2B9A9A41411A}"/>
              </a:ext>
            </a:extLst>
          </p:cNvPr>
          <p:cNvSpPr>
            <a:spLocks noGrp="1"/>
          </p:cNvSpPr>
          <p:nvPr>
            <p:ph type="pic" sz="quarter" idx="15" hasCustomPrompt="1"/>
          </p:nvPr>
        </p:nvSpPr>
        <p:spPr>
          <a:xfrm>
            <a:off x="8763000" y="0"/>
            <a:ext cx="3429000" cy="2286000"/>
          </a:xfrm>
          <a:blipFill>
            <a:blip r:embed="rId3"/>
            <a:stretch>
              <a:fillRect/>
            </a:stretch>
          </a:blipFill>
        </p:spPr>
        <p:txBody>
          <a:bodyPr lIns="27432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b="1" kern="1200" spc="0" baseline="0" dirty="0">
                <a:solidFill>
                  <a:schemeClr val="bg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sp>
        <p:nvSpPr>
          <p:cNvPr id="53" name="Picture Placeholder 52">
            <a:extLst>
              <a:ext uri="{FF2B5EF4-FFF2-40B4-BE49-F238E27FC236}">
                <a16:creationId xmlns:a16="http://schemas.microsoft.com/office/drawing/2014/main" id="{4451FF35-D16A-4E9A-99B6-B25B5AC89CD0}"/>
              </a:ext>
            </a:extLst>
          </p:cNvPr>
          <p:cNvSpPr>
            <a:spLocks noGrp="1"/>
          </p:cNvSpPr>
          <p:nvPr>
            <p:ph type="pic" sz="quarter" idx="14" hasCustomPrompt="1"/>
          </p:nvPr>
        </p:nvSpPr>
        <p:spPr>
          <a:xfrm>
            <a:off x="5333998" y="4572000"/>
            <a:ext cx="6858002" cy="2286000"/>
          </a:xfrm>
          <a:blipFill>
            <a:blip r:embed="rId4"/>
            <a:stretch>
              <a:fillRect/>
            </a:stretch>
          </a:blipFill>
        </p:spPr>
        <p:txBody>
          <a:bodyPr lIns="274320"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600" b="1" kern="1200" spc="0" baseline="0" dirty="0">
                <a:solidFill>
                  <a:schemeClr val="bg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49" name="Picture Placeholder 48">
            <a:extLst>
              <a:ext uri="{FF2B5EF4-FFF2-40B4-BE49-F238E27FC236}">
                <a16:creationId xmlns:a16="http://schemas.microsoft.com/office/drawing/2014/main" id="{A40A81B1-C2E0-438B-9803-7BF2B3B295E6}"/>
              </a:ext>
            </a:extLst>
          </p:cNvPr>
          <p:cNvSpPr>
            <a:spLocks noGrp="1"/>
          </p:cNvSpPr>
          <p:nvPr>
            <p:ph type="pic" sz="quarter" idx="13" hasCustomPrompt="1"/>
          </p:nvPr>
        </p:nvSpPr>
        <p:spPr>
          <a:xfrm>
            <a:off x="5334000" y="0"/>
            <a:ext cx="3429000" cy="4572000"/>
          </a:xfrm>
          <a:blipFill>
            <a:blip r:embed="rId5"/>
            <a:stretch>
              <a:fillRect/>
            </a:stretch>
          </a:blipFill>
        </p:spPr>
        <p:txBody>
          <a:bodyPr lIns="27432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b="1">
                <a:solidFill>
                  <a:schemeClr val="bg1"/>
                </a:solidFill>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userDrawn="1">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userDrawn="1">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31823783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520">
          <p15:clr>
            <a:srgbClr val="5ACBF0"/>
          </p15:clr>
        </p15:guide>
        <p15:guide id="3" pos="3360">
          <p15:clr>
            <a:srgbClr val="FBAE40"/>
          </p15:clr>
        </p15:guide>
        <p15:guide id="5" orient="horz" pos="2160">
          <p15:clr>
            <a:srgbClr val="FBAE40"/>
          </p15:clr>
        </p15:guide>
        <p15:guide id="6" orient="horz" pos="2232">
          <p15:clr>
            <a:srgbClr val="5ACBF0"/>
          </p15:clr>
        </p15:guide>
        <p15:guide id="7" pos="300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F790-CC44-488E-8F85-2FC1A20DC3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030F9C-D2C7-4B54-A254-71194251AEE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08BF3D-ADED-4AB6-8190-60D37B9FF097}"/>
              </a:ext>
            </a:extLst>
          </p:cNvPr>
          <p:cNvSpPr>
            <a:spLocks noGrp="1"/>
          </p:cNvSpPr>
          <p:nvPr>
            <p:ph type="dt" sz="half" idx="10"/>
          </p:nvPr>
        </p:nvSpPr>
        <p:spPr/>
        <p:txBody>
          <a:bodyPr/>
          <a:lstStyle/>
          <a:p>
            <a:fld id="{2DAD766F-C6B3-4E89-B26A-75A8EEE0A7A2}" type="datetimeFigureOut">
              <a:rPr lang="en-US" smtClean="0"/>
              <a:t>3/27/2026</a:t>
            </a:fld>
            <a:endParaRPr lang="en-US"/>
          </a:p>
        </p:txBody>
      </p:sp>
      <p:sp>
        <p:nvSpPr>
          <p:cNvPr id="5" name="Footer Placeholder 4">
            <a:extLst>
              <a:ext uri="{FF2B5EF4-FFF2-40B4-BE49-F238E27FC236}">
                <a16:creationId xmlns:a16="http://schemas.microsoft.com/office/drawing/2014/main" id="{5938E63B-53D3-4D34-A349-7B46C4DB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A37CF-03BA-44C8-8931-92DB96186C4B}"/>
              </a:ext>
            </a:extLst>
          </p:cNvPr>
          <p:cNvSpPr>
            <a:spLocks noGrp="1"/>
          </p:cNvSpPr>
          <p:nvPr>
            <p:ph type="sldNum" sz="quarter" idx="12"/>
          </p:nvPr>
        </p:nvSpPr>
        <p:spPr/>
        <p:txBody>
          <a:bodyPr/>
          <a:lstStyle/>
          <a:p>
            <a:fld id="{541BE911-6A4B-4D3F-A323-B7015C6B2B55}" type="slidenum">
              <a:rPr lang="en-US" smtClean="0"/>
              <a:t>‹#›</a:t>
            </a:fld>
            <a:endParaRPr lang="en-US"/>
          </a:p>
        </p:txBody>
      </p:sp>
    </p:spTree>
    <p:extLst>
      <p:ext uri="{BB962C8B-B14F-4D97-AF65-F5344CB8AC3E}">
        <p14:creationId xmlns:p14="http://schemas.microsoft.com/office/powerpoint/2010/main" val="12995385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slideLayout" Target="../slideLayouts/slideLayout37.xml"/><Relationship Id="rId7" Type="http://schemas.openxmlformats.org/officeDocument/2006/relationships/theme" Target="../theme/theme2.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66.xml"/><Relationship Id="rId21" Type="http://schemas.openxmlformats.org/officeDocument/2006/relationships/slideLayout" Target="../slideLayouts/slideLayout61.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63" Type="http://schemas.openxmlformats.org/officeDocument/2006/relationships/slideLayout" Target="../slideLayouts/slideLayout103.xml"/><Relationship Id="rId68" Type="http://schemas.openxmlformats.org/officeDocument/2006/relationships/slideLayout" Target="../slideLayouts/slideLayout108.xml"/><Relationship Id="rId84" Type="http://schemas.openxmlformats.org/officeDocument/2006/relationships/slideLayout" Target="../slideLayouts/slideLayout124.xml"/><Relationship Id="rId89" Type="http://schemas.openxmlformats.org/officeDocument/2006/relationships/slideLayout" Target="../slideLayouts/slideLayout129.xml"/><Relationship Id="rId112" Type="http://schemas.openxmlformats.org/officeDocument/2006/relationships/slideLayout" Target="../slideLayouts/slideLayout152.xml"/><Relationship Id="rId16" Type="http://schemas.openxmlformats.org/officeDocument/2006/relationships/slideLayout" Target="../slideLayouts/slideLayout56.xml"/><Relationship Id="rId107" Type="http://schemas.openxmlformats.org/officeDocument/2006/relationships/slideLayout" Target="../slideLayouts/slideLayout147.xml"/><Relationship Id="rId11" Type="http://schemas.openxmlformats.org/officeDocument/2006/relationships/slideLayout" Target="../slideLayouts/slideLayout51.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53" Type="http://schemas.openxmlformats.org/officeDocument/2006/relationships/slideLayout" Target="../slideLayouts/slideLayout93.xml"/><Relationship Id="rId58" Type="http://schemas.openxmlformats.org/officeDocument/2006/relationships/slideLayout" Target="../slideLayouts/slideLayout98.xml"/><Relationship Id="rId74" Type="http://schemas.openxmlformats.org/officeDocument/2006/relationships/slideLayout" Target="../slideLayouts/slideLayout114.xml"/><Relationship Id="rId79" Type="http://schemas.openxmlformats.org/officeDocument/2006/relationships/slideLayout" Target="../slideLayouts/slideLayout119.xml"/><Relationship Id="rId102" Type="http://schemas.openxmlformats.org/officeDocument/2006/relationships/slideLayout" Target="../slideLayouts/slideLayout142.xml"/><Relationship Id="rId5" Type="http://schemas.openxmlformats.org/officeDocument/2006/relationships/slideLayout" Target="../slideLayouts/slideLayout45.xml"/><Relationship Id="rId90" Type="http://schemas.openxmlformats.org/officeDocument/2006/relationships/slideLayout" Target="../slideLayouts/slideLayout130.xml"/><Relationship Id="rId95" Type="http://schemas.openxmlformats.org/officeDocument/2006/relationships/slideLayout" Target="../slideLayouts/slideLayout135.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64" Type="http://schemas.openxmlformats.org/officeDocument/2006/relationships/slideLayout" Target="../slideLayouts/slideLayout104.xml"/><Relationship Id="rId69" Type="http://schemas.openxmlformats.org/officeDocument/2006/relationships/slideLayout" Target="../slideLayouts/slideLayout109.xml"/><Relationship Id="rId113" Type="http://schemas.openxmlformats.org/officeDocument/2006/relationships/slideLayout" Target="../slideLayouts/slideLayout153.xml"/><Relationship Id="rId80" Type="http://schemas.openxmlformats.org/officeDocument/2006/relationships/slideLayout" Target="../slideLayouts/slideLayout120.xml"/><Relationship Id="rId85" Type="http://schemas.openxmlformats.org/officeDocument/2006/relationships/slideLayout" Target="../slideLayouts/slideLayout125.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59" Type="http://schemas.openxmlformats.org/officeDocument/2006/relationships/slideLayout" Target="../slideLayouts/slideLayout99.xml"/><Relationship Id="rId103" Type="http://schemas.openxmlformats.org/officeDocument/2006/relationships/slideLayout" Target="../slideLayouts/slideLayout143.xml"/><Relationship Id="rId108" Type="http://schemas.openxmlformats.org/officeDocument/2006/relationships/slideLayout" Target="../slideLayouts/slideLayout148.xml"/><Relationship Id="rId54" Type="http://schemas.openxmlformats.org/officeDocument/2006/relationships/slideLayout" Target="../slideLayouts/slideLayout94.xml"/><Relationship Id="rId70" Type="http://schemas.openxmlformats.org/officeDocument/2006/relationships/slideLayout" Target="../slideLayouts/slideLayout110.xml"/><Relationship Id="rId75" Type="http://schemas.openxmlformats.org/officeDocument/2006/relationships/slideLayout" Target="../slideLayouts/slideLayout115.xml"/><Relationship Id="rId91" Type="http://schemas.openxmlformats.org/officeDocument/2006/relationships/slideLayout" Target="../slideLayouts/slideLayout131.xml"/><Relationship Id="rId96" Type="http://schemas.openxmlformats.org/officeDocument/2006/relationships/slideLayout" Target="../slideLayouts/slideLayout13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 Id="rId57" Type="http://schemas.openxmlformats.org/officeDocument/2006/relationships/slideLayout" Target="../slideLayouts/slideLayout97.xml"/><Relationship Id="rId106" Type="http://schemas.openxmlformats.org/officeDocument/2006/relationships/slideLayout" Target="../slideLayouts/slideLayout146.xml"/><Relationship Id="rId114" Type="http://schemas.openxmlformats.org/officeDocument/2006/relationships/theme" Target="../theme/theme3.xml"/><Relationship Id="rId10" Type="http://schemas.openxmlformats.org/officeDocument/2006/relationships/slideLayout" Target="../slideLayouts/slideLayout50.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52" Type="http://schemas.openxmlformats.org/officeDocument/2006/relationships/slideLayout" Target="../slideLayouts/slideLayout92.xml"/><Relationship Id="rId60" Type="http://schemas.openxmlformats.org/officeDocument/2006/relationships/slideLayout" Target="../slideLayouts/slideLayout100.xml"/><Relationship Id="rId65" Type="http://schemas.openxmlformats.org/officeDocument/2006/relationships/slideLayout" Target="../slideLayouts/slideLayout105.xml"/><Relationship Id="rId73" Type="http://schemas.openxmlformats.org/officeDocument/2006/relationships/slideLayout" Target="../slideLayouts/slideLayout113.xml"/><Relationship Id="rId78" Type="http://schemas.openxmlformats.org/officeDocument/2006/relationships/slideLayout" Target="../slideLayouts/slideLayout118.xml"/><Relationship Id="rId81" Type="http://schemas.openxmlformats.org/officeDocument/2006/relationships/slideLayout" Target="../slideLayouts/slideLayout121.xml"/><Relationship Id="rId86" Type="http://schemas.openxmlformats.org/officeDocument/2006/relationships/slideLayout" Target="../slideLayouts/slideLayout126.xml"/><Relationship Id="rId94" Type="http://schemas.openxmlformats.org/officeDocument/2006/relationships/slideLayout" Target="../slideLayouts/slideLayout134.xml"/><Relationship Id="rId99" Type="http://schemas.openxmlformats.org/officeDocument/2006/relationships/slideLayout" Target="../slideLayouts/slideLayout139.xml"/><Relationship Id="rId101" Type="http://schemas.openxmlformats.org/officeDocument/2006/relationships/slideLayout" Target="../slideLayouts/slideLayout141.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9" Type="http://schemas.openxmlformats.org/officeDocument/2006/relationships/slideLayout" Target="../slideLayouts/slideLayout79.xml"/><Relationship Id="rId109" Type="http://schemas.openxmlformats.org/officeDocument/2006/relationships/slideLayout" Target="../slideLayouts/slideLayout149.xml"/><Relationship Id="rId34" Type="http://schemas.openxmlformats.org/officeDocument/2006/relationships/slideLayout" Target="../slideLayouts/slideLayout74.xml"/><Relationship Id="rId50" Type="http://schemas.openxmlformats.org/officeDocument/2006/relationships/slideLayout" Target="../slideLayouts/slideLayout90.xml"/><Relationship Id="rId55" Type="http://schemas.openxmlformats.org/officeDocument/2006/relationships/slideLayout" Target="../slideLayouts/slideLayout95.xml"/><Relationship Id="rId76" Type="http://schemas.openxmlformats.org/officeDocument/2006/relationships/slideLayout" Target="../slideLayouts/slideLayout116.xml"/><Relationship Id="rId97" Type="http://schemas.openxmlformats.org/officeDocument/2006/relationships/slideLayout" Target="../slideLayouts/slideLayout137.xml"/><Relationship Id="rId104" Type="http://schemas.openxmlformats.org/officeDocument/2006/relationships/slideLayout" Target="../slideLayouts/slideLayout144.xml"/><Relationship Id="rId7" Type="http://schemas.openxmlformats.org/officeDocument/2006/relationships/slideLayout" Target="../slideLayouts/slideLayout47.xml"/><Relationship Id="rId71" Type="http://schemas.openxmlformats.org/officeDocument/2006/relationships/slideLayout" Target="../slideLayouts/slideLayout111.xml"/><Relationship Id="rId92" Type="http://schemas.openxmlformats.org/officeDocument/2006/relationships/slideLayout" Target="../slideLayouts/slideLayout132.xml"/><Relationship Id="rId2" Type="http://schemas.openxmlformats.org/officeDocument/2006/relationships/slideLayout" Target="../slideLayouts/slideLayout42.xml"/><Relationship Id="rId29" Type="http://schemas.openxmlformats.org/officeDocument/2006/relationships/slideLayout" Target="../slideLayouts/slideLayout69.xml"/><Relationship Id="rId24" Type="http://schemas.openxmlformats.org/officeDocument/2006/relationships/slideLayout" Target="../slideLayouts/slideLayout64.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66" Type="http://schemas.openxmlformats.org/officeDocument/2006/relationships/slideLayout" Target="../slideLayouts/slideLayout106.xml"/><Relationship Id="rId87" Type="http://schemas.openxmlformats.org/officeDocument/2006/relationships/slideLayout" Target="../slideLayouts/slideLayout127.xml"/><Relationship Id="rId110" Type="http://schemas.openxmlformats.org/officeDocument/2006/relationships/slideLayout" Target="../slideLayouts/slideLayout150.xml"/><Relationship Id="rId115" Type="http://schemas.openxmlformats.org/officeDocument/2006/relationships/image" Target="../media/image1.emf"/><Relationship Id="rId61" Type="http://schemas.openxmlformats.org/officeDocument/2006/relationships/slideLayout" Target="../slideLayouts/slideLayout101.xml"/><Relationship Id="rId82" Type="http://schemas.openxmlformats.org/officeDocument/2006/relationships/slideLayout" Target="../slideLayouts/slideLayout122.xml"/><Relationship Id="rId19" Type="http://schemas.openxmlformats.org/officeDocument/2006/relationships/slideLayout" Target="../slideLayouts/slideLayout59.xml"/><Relationship Id="rId14" Type="http://schemas.openxmlformats.org/officeDocument/2006/relationships/slideLayout" Target="../slideLayouts/slideLayout54.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56" Type="http://schemas.openxmlformats.org/officeDocument/2006/relationships/slideLayout" Target="../slideLayouts/slideLayout96.xml"/><Relationship Id="rId77" Type="http://schemas.openxmlformats.org/officeDocument/2006/relationships/slideLayout" Target="../slideLayouts/slideLayout117.xml"/><Relationship Id="rId100" Type="http://schemas.openxmlformats.org/officeDocument/2006/relationships/slideLayout" Target="../slideLayouts/slideLayout140.xml"/><Relationship Id="rId105" Type="http://schemas.openxmlformats.org/officeDocument/2006/relationships/slideLayout" Target="../slideLayouts/slideLayout145.xml"/><Relationship Id="rId8" Type="http://schemas.openxmlformats.org/officeDocument/2006/relationships/slideLayout" Target="../slideLayouts/slideLayout48.xml"/><Relationship Id="rId51" Type="http://schemas.openxmlformats.org/officeDocument/2006/relationships/slideLayout" Target="../slideLayouts/slideLayout91.xml"/><Relationship Id="rId72" Type="http://schemas.openxmlformats.org/officeDocument/2006/relationships/slideLayout" Target="../slideLayouts/slideLayout112.xml"/><Relationship Id="rId93" Type="http://schemas.openxmlformats.org/officeDocument/2006/relationships/slideLayout" Target="../slideLayouts/slideLayout133.xml"/><Relationship Id="rId98" Type="http://schemas.openxmlformats.org/officeDocument/2006/relationships/slideLayout" Target="../slideLayouts/slideLayout138.xml"/><Relationship Id="rId3" Type="http://schemas.openxmlformats.org/officeDocument/2006/relationships/slideLayout" Target="../slideLayouts/slideLayout43.xml"/><Relationship Id="rId25" Type="http://schemas.openxmlformats.org/officeDocument/2006/relationships/slideLayout" Target="../slideLayouts/slideLayout65.xml"/><Relationship Id="rId46" Type="http://schemas.openxmlformats.org/officeDocument/2006/relationships/slideLayout" Target="../slideLayouts/slideLayout86.xml"/><Relationship Id="rId67" Type="http://schemas.openxmlformats.org/officeDocument/2006/relationships/slideLayout" Target="../slideLayouts/slideLayout107.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62" Type="http://schemas.openxmlformats.org/officeDocument/2006/relationships/slideLayout" Target="../slideLayouts/slideLayout102.xml"/><Relationship Id="rId83" Type="http://schemas.openxmlformats.org/officeDocument/2006/relationships/slideLayout" Target="../slideLayouts/slideLayout123.xml"/><Relationship Id="rId88" Type="http://schemas.openxmlformats.org/officeDocument/2006/relationships/slideLayout" Target="../slideLayouts/slideLayout128.xml"/><Relationship Id="rId111"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6"/>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4610" r:id="rId4"/>
    <p:sldLayoutId id="2147484710" r:id="rId5"/>
    <p:sldLayoutId id="2147484240" r:id="rId6"/>
    <p:sldLayoutId id="2147484910" r:id="rId7"/>
    <p:sldLayoutId id="2147484911" r:id="rId8"/>
    <p:sldLayoutId id="2147484639" r:id="rId9"/>
    <p:sldLayoutId id="2147484603" r:id="rId10"/>
    <p:sldLayoutId id="2147484833" r:id="rId11"/>
    <p:sldLayoutId id="2147484834" r:id="rId12"/>
    <p:sldLayoutId id="2147484835" r:id="rId13"/>
    <p:sldLayoutId id="2147484922" r:id="rId14"/>
    <p:sldLayoutId id="2147484923" r:id="rId15"/>
    <p:sldLayoutId id="2147484924" r:id="rId16"/>
    <p:sldLayoutId id="2147484839" r:id="rId17"/>
    <p:sldLayoutId id="2147484840" r:id="rId18"/>
    <p:sldLayoutId id="2147484841" r:id="rId19"/>
    <p:sldLayoutId id="2147484842" r:id="rId20"/>
    <p:sldLayoutId id="2147484843" r:id="rId21"/>
    <p:sldLayoutId id="2147484931" r:id="rId22"/>
    <p:sldLayoutId id="2147484787" r:id="rId23"/>
    <p:sldLayoutId id="2147484249" r:id="rId24"/>
    <p:sldLayoutId id="2147484640" r:id="rId25"/>
    <p:sldLayoutId id="2147484584" r:id="rId26"/>
    <p:sldLayoutId id="2147484583" r:id="rId27"/>
    <p:sldLayoutId id="2147484671" r:id="rId28"/>
    <p:sldLayoutId id="2147484673" r:id="rId29"/>
    <p:sldLayoutId id="2147484585" r:id="rId30"/>
    <p:sldLayoutId id="2147484299" r:id="rId31"/>
    <p:sldLayoutId id="2147484263" r:id="rId32"/>
    <p:sldLayoutId id="2147484932" r:id="rId33"/>
    <p:sldLayoutId id="2147489038" r:id="rId3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9006" r:id="rId1"/>
    <p:sldLayoutId id="2147484247" r:id="rId2"/>
    <p:sldLayoutId id="2147484256" r:id="rId3"/>
    <p:sldLayoutId id="2147484257" r:id="rId4"/>
    <p:sldLayoutId id="2147489002" r:id="rId5"/>
    <p:sldLayoutId id="2147489003" r:id="rId6"/>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9008" r:id="rId1"/>
    <p:sldLayoutId id="2147489009" r:id="rId2"/>
    <p:sldLayoutId id="2147489010" r:id="rId3"/>
    <p:sldLayoutId id="2147485286" r:id="rId4"/>
    <p:sldLayoutId id="2147485390" r:id="rId5"/>
    <p:sldLayoutId id="2147489011" r:id="rId6"/>
    <p:sldLayoutId id="2147485389" r:id="rId7"/>
    <p:sldLayoutId id="2147485395" r:id="rId8"/>
    <p:sldLayoutId id="2147485396" r:id="rId9"/>
    <p:sldLayoutId id="2147489012" r:id="rId10"/>
    <p:sldLayoutId id="2147489013" r:id="rId11"/>
    <p:sldLayoutId id="2147489014" r:id="rId12"/>
    <p:sldLayoutId id="2147489015" r:id="rId13"/>
    <p:sldLayoutId id="2147485050" r:id="rId14"/>
    <p:sldLayoutId id="2147485165" r:id="rId15"/>
    <p:sldLayoutId id="2147484941" r:id="rId16"/>
    <p:sldLayoutId id="2147484942" r:id="rId17"/>
    <p:sldLayoutId id="2147485162" r:id="rId18"/>
    <p:sldLayoutId id="2147489016" r:id="rId19"/>
    <p:sldLayoutId id="2147484943" r:id="rId20"/>
    <p:sldLayoutId id="2147489017"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9018" r:id="rId42"/>
    <p:sldLayoutId id="2147489019" r:id="rId43"/>
    <p:sldLayoutId id="2147489020" r:id="rId44"/>
    <p:sldLayoutId id="2147485385" r:id="rId45"/>
    <p:sldLayoutId id="2147485387" r:id="rId46"/>
    <p:sldLayoutId id="2147485382" r:id="rId47"/>
    <p:sldLayoutId id="2147489021" r:id="rId48"/>
    <p:sldLayoutId id="2147489022" r:id="rId49"/>
    <p:sldLayoutId id="2147485287" r:id="rId50"/>
    <p:sldLayoutId id="2147489023" r:id="rId51"/>
    <p:sldLayoutId id="2147489024" r:id="rId52"/>
    <p:sldLayoutId id="2147489025" r:id="rId53"/>
    <p:sldLayoutId id="2147485383" r:id="rId54"/>
    <p:sldLayoutId id="2147489026" r:id="rId55"/>
    <p:sldLayoutId id="2147489027" r:id="rId56"/>
    <p:sldLayoutId id="2147489028"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9029" r:id="rId101"/>
    <p:sldLayoutId id="2147489030" r:id="rId102"/>
    <p:sldLayoutId id="2147485288" r:id="rId103"/>
    <p:sldLayoutId id="2147485290" r:id="rId104"/>
    <p:sldLayoutId id="2147485289" r:id="rId105"/>
    <p:sldLayoutId id="2147485291" r:id="rId106"/>
    <p:sldLayoutId id="2147489031" r:id="rId107"/>
    <p:sldLayoutId id="2147489032" r:id="rId108"/>
    <p:sldLayoutId id="2147489033" r:id="rId109"/>
    <p:sldLayoutId id="2147489034" r:id="rId110"/>
    <p:sldLayoutId id="2147485391" r:id="rId111"/>
    <p:sldLayoutId id="2147489035" r:id="rId112"/>
    <p:sldLayoutId id="2147489036"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svg"/><Relationship Id="rId26" Type="http://schemas.openxmlformats.org/officeDocument/2006/relationships/image" Target="../media/image55.svg"/><Relationship Id="rId3" Type="http://schemas.openxmlformats.org/officeDocument/2006/relationships/image" Target="../media/image32.pn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1.xml"/><Relationship Id="rId16" Type="http://schemas.openxmlformats.org/officeDocument/2006/relationships/image" Target="../media/image45.svg"/><Relationship Id="rId20" Type="http://schemas.openxmlformats.org/officeDocument/2006/relationships/image" Target="../media/image49.sv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40.sv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svg"/><Relationship Id="rId23" Type="http://schemas.openxmlformats.org/officeDocument/2006/relationships/image" Target="../media/image52.png"/><Relationship Id="rId28" Type="http://schemas.openxmlformats.org/officeDocument/2006/relationships/image" Target="../media/image57.svg"/><Relationship Id="rId10" Type="http://schemas.openxmlformats.org/officeDocument/2006/relationships/image" Target="../media/image39.svg"/><Relationship Id="rId19" Type="http://schemas.openxmlformats.org/officeDocument/2006/relationships/image" Target="../media/image48.sv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 Id="rId22" Type="http://schemas.openxmlformats.org/officeDocument/2006/relationships/image" Target="../media/image51.svg"/><Relationship Id="rId27" Type="http://schemas.openxmlformats.org/officeDocument/2006/relationships/image" Target="../media/image56.svg"/></Relationships>
</file>

<file path=ppt/slides/_rels/slide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6.png"/><Relationship Id="rId18" Type="http://schemas.openxmlformats.org/officeDocument/2006/relationships/image" Target="../media/image60.svg"/><Relationship Id="rId26" Type="http://schemas.openxmlformats.org/officeDocument/2006/relationships/image" Target="../media/image40.svg"/><Relationship Id="rId3" Type="http://schemas.openxmlformats.org/officeDocument/2006/relationships/image" Target="../media/image32.png"/><Relationship Id="rId21" Type="http://schemas.openxmlformats.org/officeDocument/2006/relationships/image" Target="../media/image62.png"/><Relationship Id="rId7" Type="http://schemas.openxmlformats.org/officeDocument/2006/relationships/image" Target="../media/image37.png"/><Relationship Id="rId12" Type="http://schemas.openxmlformats.org/officeDocument/2006/relationships/image" Target="../media/image47.svg"/><Relationship Id="rId17" Type="http://schemas.openxmlformats.org/officeDocument/2006/relationships/image" Target="../media/image59.svg"/><Relationship Id="rId25" Type="http://schemas.openxmlformats.org/officeDocument/2006/relationships/image" Target="../media/image39.svg"/><Relationship Id="rId2" Type="http://schemas.openxmlformats.org/officeDocument/2006/relationships/notesSlide" Target="../notesSlides/notesSlide2.xml"/><Relationship Id="rId16" Type="http://schemas.openxmlformats.org/officeDocument/2006/relationships/image" Target="../media/image58.png"/><Relationship Id="rId20" Type="http://schemas.openxmlformats.org/officeDocument/2006/relationships/image" Target="../media/image45.svg"/><Relationship Id="rId29" Type="http://schemas.openxmlformats.org/officeDocument/2006/relationships/image" Target="../media/image43.sv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55.svg"/><Relationship Id="rId24" Type="http://schemas.openxmlformats.org/officeDocument/2006/relationships/image" Target="../media/image56.svg"/><Relationship Id="rId5" Type="http://schemas.openxmlformats.org/officeDocument/2006/relationships/image" Target="../media/image34.png"/><Relationship Id="rId15" Type="http://schemas.openxmlformats.org/officeDocument/2006/relationships/image" Target="../media/image44.svg"/><Relationship Id="rId23" Type="http://schemas.openxmlformats.org/officeDocument/2006/relationships/image" Target="../media/image36.svg"/><Relationship Id="rId28" Type="http://schemas.openxmlformats.org/officeDocument/2006/relationships/image" Target="../media/image42.svg"/><Relationship Id="rId10" Type="http://schemas.openxmlformats.org/officeDocument/2006/relationships/image" Target="../media/image52.png"/><Relationship Id="rId19" Type="http://schemas.openxmlformats.org/officeDocument/2006/relationships/image" Target="../media/image61.svg"/><Relationship Id="rId31" Type="http://schemas.openxmlformats.org/officeDocument/2006/relationships/image" Target="../media/image50.svg"/><Relationship Id="rId4" Type="http://schemas.openxmlformats.org/officeDocument/2006/relationships/image" Target="../media/image33.svg"/><Relationship Id="rId9" Type="http://schemas.openxmlformats.org/officeDocument/2006/relationships/image" Target="../media/image51.svg"/><Relationship Id="rId14" Type="http://schemas.openxmlformats.org/officeDocument/2006/relationships/image" Target="../media/image48.svg"/><Relationship Id="rId22" Type="http://schemas.openxmlformats.org/officeDocument/2006/relationships/image" Target="../media/image57.svg"/><Relationship Id="rId27" Type="http://schemas.openxmlformats.org/officeDocument/2006/relationships/image" Target="../media/image41.svg"/><Relationship Id="rId30"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DF42-FBBA-5C6E-58BC-3BE64F74C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14ED1-4639-21AC-9EEE-CB1BCFA153EB}"/>
              </a:ext>
            </a:extLst>
          </p:cNvPr>
          <p:cNvSpPr>
            <a:spLocks noGrp="1"/>
          </p:cNvSpPr>
          <p:nvPr>
            <p:ph type="title"/>
          </p:nvPr>
        </p:nvSpPr>
        <p:spPr>
          <a:xfrm>
            <a:off x="381000" y="457200"/>
            <a:ext cx="11430000" cy="553998"/>
          </a:xfrm>
        </p:spPr>
        <p:txBody>
          <a:bodyPr/>
          <a:lstStyle/>
          <a:p>
            <a:r>
              <a:rPr lang="en-US" dirty="0">
                <a:cs typeface="Segoe UI"/>
              </a:rPr>
              <a:t>Public deployment</a:t>
            </a:r>
            <a:endParaRPr lang="en-US" dirty="0"/>
          </a:p>
        </p:txBody>
      </p:sp>
      <p:sp>
        <p:nvSpPr>
          <p:cNvPr id="237" name="Rectangle 236">
            <a:extLst>
              <a:ext uri="{FF2B5EF4-FFF2-40B4-BE49-F238E27FC236}">
                <a16:creationId xmlns:a16="http://schemas.microsoft.com/office/drawing/2014/main" id="{12A024C7-03CF-D3DF-95B0-D07FD83BCF8F}"/>
              </a:ext>
            </a:extLst>
          </p:cNvPr>
          <p:cNvSpPr/>
          <p:nvPr/>
        </p:nvSpPr>
        <p:spPr>
          <a:xfrm>
            <a:off x="2288779" y="1304746"/>
            <a:ext cx="9766878"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508396B7-6578-F9B0-E37A-AE2DD58CE8AC}"/>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63BA02E3-8778-5E96-7EF7-0AA69EFFAB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7E18A4DF-A6E1-9F36-7558-F00609A91BA0}"/>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10C5DD22-87D7-5F81-CCBE-1F620C202D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11FE9AB2-9D5B-6EC2-9C61-DF46E01CC6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BF3104A5-A33C-9247-934C-744B1F9AA652}"/>
              </a:ext>
            </a:extLst>
          </p:cNvPr>
          <p:cNvSpPr txBox="1"/>
          <p:nvPr/>
        </p:nvSpPr>
        <p:spPr>
          <a:xfrm>
            <a:off x="11125342" y="1405934"/>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0978278C-C454-2EDB-8612-CFF3D373BB23}"/>
              </a:ext>
            </a:extLst>
          </p:cNvPr>
          <p:cNvSpPr/>
          <p:nvPr/>
        </p:nvSpPr>
        <p:spPr>
          <a:xfrm>
            <a:off x="3086099" y="1407680"/>
            <a:ext cx="8807083"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299" name="Graphic 298">
            <a:extLst>
              <a:ext uri="{FF2B5EF4-FFF2-40B4-BE49-F238E27FC236}">
                <a16:creationId xmlns:a16="http://schemas.microsoft.com/office/drawing/2014/main" id="{CF4EFAF5-E9FC-7424-EBB2-77CC2ADCAB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11060" y="2525276"/>
            <a:ext cx="247981" cy="247981"/>
          </a:xfrm>
          <a:prstGeom prst="rect">
            <a:avLst/>
          </a:prstGeom>
        </p:spPr>
      </p:pic>
      <p:pic>
        <p:nvPicPr>
          <p:cNvPr id="300" name="Graphic 299">
            <a:extLst>
              <a:ext uri="{FF2B5EF4-FFF2-40B4-BE49-F238E27FC236}">
                <a16:creationId xmlns:a16="http://schemas.microsoft.com/office/drawing/2014/main" id="{48154F8C-0E7F-17A8-4305-202F9FA3919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07701" y="3189477"/>
            <a:ext cx="340165" cy="340165"/>
          </a:xfrm>
          <a:prstGeom prst="rect">
            <a:avLst/>
          </a:prstGeom>
        </p:spPr>
      </p:pic>
      <p:sp>
        <p:nvSpPr>
          <p:cNvPr id="301" name="TextBox 300">
            <a:extLst>
              <a:ext uri="{FF2B5EF4-FFF2-40B4-BE49-F238E27FC236}">
                <a16:creationId xmlns:a16="http://schemas.microsoft.com/office/drawing/2014/main" id="{1AEF5E86-D0F2-AD3D-1413-D733968CEA66}"/>
              </a:ext>
            </a:extLst>
          </p:cNvPr>
          <p:cNvSpPr txBox="1"/>
          <p:nvPr/>
        </p:nvSpPr>
        <p:spPr>
          <a:xfrm>
            <a:off x="9542402" y="2781024"/>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sp>
        <p:nvSpPr>
          <p:cNvPr id="302" name="TextBox 301">
            <a:extLst>
              <a:ext uri="{FF2B5EF4-FFF2-40B4-BE49-F238E27FC236}">
                <a16:creationId xmlns:a16="http://schemas.microsoft.com/office/drawing/2014/main" id="{7148BC23-F06F-CB2F-08D1-65478C29D1E9}"/>
              </a:ext>
            </a:extLst>
          </p:cNvPr>
          <p:cNvSpPr txBox="1"/>
          <p:nvPr/>
        </p:nvSpPr>
        <p:spPr>
          <a:xfrm>
            <a:off x="9580590" y="3483167"/>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310" name="TextBox 309">
            <a:extLst>
              <a:ext uri="{FF2B5EF4-FFF2-40B4-BE49-F238E27FC236}">
                <a16:creationId xmlns:a16="http://schemas.microsoft.com/office/drawing/2014/main" id="{17164155-2D72-F38F-EF35-3257E1D63B73}"/>
              </a:ext>
            </a:extLst>
          </p:cNvPr>
          <p:cNvSpPr txBox="1"/>
          <p:nvPr/>
        </p:nvSpPr>
        <p:spPr>
          <a:xfrm>
            <a:off x="10080104" y="4536085"/>
            <a:ext cx="6955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Microsoft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pic>
        <p:nvPicPr>
          <p:cNvPr id="318" name="Picture 317">
            <a:extLst>
              <a:ext uri="{FF2B5EF4-FFF2-40B4-BE49-F238E27FC236}">
                <a16:creationId xmlns:a16="http://schemas.microsoft.com/office/drawing/2014/main" id="{B0335CBF-45B2-FDCC-D5B2-0C797E738B77}"/>
              </a:ext>
            </a:extLst>
          </p:cNvPr>
          <p:cNvPicPr>
            <a:picLocks noChangeAspect="1"/>
          </p:cNvPicPr>
          <p:nvPr/>
        </p:nvPicPr>
        <p:blipFill>
          <a:blip r:embed="rId8"/>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AA523872-AF04-BB10-C43F-465CAA64E890}"/>
              </a:ext>
            </a:extLst>
          </p:cNvPr>
          <p:cNvPicPr>
            <a:picLocks noChangeAspect="1"/>
          </p:cNvPicPr>
          <p:nvPr/>
        </p:nvPicPr>
        <p:blipFill>
          <a:blip r:embed="rId9"/>
          <a:stretch>
            <a:fillRect/>
          </a:stretch>
        </p:blipFill>
        <p:spPr>
          <a:xfrm>
            <a:off x="199561" y="4038407"/>
            <a:ext cx="1823558" cy="1069513"/>
          </a:xfrm>
          <a:prstGeom prst="rect">
            <a:avLst/>
          </a:prstGeom>
        </p:spPr>
      </p:pic>
      <p:sp>
        <p:nvSpPr>
          <p:cNvPr id="16" name="TextBox 15">
            <a:extLst>
              <a:ext uri="{FF2B5EF4-FFF2-40B4-BE49-F238E27FC236}">
                <a16:creationId xmlns:a16="http://schemas.microsoft.com/office/drawing/2014/main" id="{54D63AB0-9856-9F45-19A3-D81D9786B214}"/>
              </a:ext>
            </a:extLst>
          </p:cNvPr>
          <p:cNvSpPr txBox="1"/>
          <p:nvPr/>
        </p:nvSpPr>
        <p:spPr>
          <a:xfrm>
            <a:off x="9899979" y="623218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17" name="TextBox 16">
            <a:extLst>
              <a:ext uri="{FF2B5EF4-FFF2-40B4-BE49-F238E27FC236}">
                <a16:creationId xmlns:a16="http://schemas.microsoft.com/office/drawing/2014/main" id="{48A03F37-AF00-754D-B2B0-98E41E9C5C55}"/>
              </a:ext>
            </a:extLst>
          </p:cNvPr>
          <p:cNvSpPr txBox="1"/>
          <p:nvPr/>
        </p:nvSpPr>
        <p:spPr>
          <a:xfrm>
            <a:off x="11111554" y="623218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18" name="TextBox 17">
            <a:extLst>
              <a:ext uri="{FF2B5EF4-FFF2-40B4-BE49-F238E27FC236}">
                <a16:creationId xmlns:a16="http://schemas.microsoft.com/office/drawing/2014/main" id="{6DEA388B-768C-D06A-B595-32627677F3D2}"/>
              </a:ext>
            </a:extLst>
          </p:cNvPr>
          <p:cNvSpPr txBox="1"/>
          <p:nvPr/>
        </p:nvSpPr>
        <p:spPr>
          <a:xfrm>
            <a:off x="8499140" y="628711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9" name="Graphic 18">
            <a:extLst>
              <a:ext uri="{FF2B5EF4-FFF2-40B4-BE49-F238E27FC236}">
                <a16:creationId xmlns:a16="http://schemas.microsoft.com/office/drawing/2014/main" id="{FE64E407-0319-FF7B-5B70-2E57C74222B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19708" y="5685787"/>
            <a:ext cx="430887" cy="430887"/>
          </a:xfrm>
          <a:prstGeom prst="rect">
            <a:avLst/>
          </a:prstGeom>
        </p:spPr>
      </p:pic>
      <p:sp>
        <p:nvSpPr>
          <p:cNvPr id="20" name="TextBox 19">
            <a:extLst>
              <a:ext uri="{FF2B5EF4-FFF2-40B4-BE49-F238E27FC236}">
                <a16:creationId xmlns:a16="http://schemas.microsoft.com/office/drawing/2014/main" id="{AFAEA70E-0F69-6CA5-CF12-2A849B7CCE24}"/>
              </a:ext>
            </a:extLst>
          </p:cNvPr>
          <p:cNvSpPr txBox="1"/>
          <p:nvPr/>
        </p:nvSpPr>
        <p:spPr>
          <a:xfrm>
            <a:off x="9011860" y="567503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21" name="Graphic 20">
            <a:extLst>
              <a:ext uri="{FF2B5EF4-FFF2-40B4-BE49-F238E27FC236}">
                <a16:creationId xmlns:a16="http://schemas.microsoft.com/office/drawing/2014/main" id="{C67D3AC5-EF1C-6179-CB01-F8149B3154F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858069" y="5668891"/>
            <a:ext cx="428342" cy="428342"/>
          </a:xfrm>
          <a:prstGeom prst="rect">
            <a:avLst/>
          </a:prstGeom>
        </p:spPr>
      </p:pic>
      <p:sp>
        <p:nvSpPr>
          <p:cNvPr id="22" name="TextBox 21">
            <a:extLst>
              <a:ext uri="{FF2B5EF4-FFF2-40B4-BE49-F238E27FC236}">
                <a16:creationId xmlns:a16="http://schemas.microsoft.com/office/drawing/2014/main" id="{B7F6D886-587F-BA50-2FC4-800A85961C0A}"/>
              </a:ext>
            </a:extLst>
          </p:cNvPr>
          <p:cNvSpPr txBox="1"/>
          <p:nvPr/>
        </p:nvSpPr>
        <p:spPr>
          <a:xfrm>
            <a:off x="11261692" y="567875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23" name="Graphic 22">
            <a:extLst>
              <a:ext uri="{FF2B5EF4-FFF2-40B4-BE49-F238E27FC236}">
                <a16:creationId xmlns:a16="http://schemas.microsoft.com/office/drawing/2014/main" id="{27A998DB-1435-1CF8-C428-8E2FFF08BF0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64975" y="5656171"/>
            <a:ext cx="428342" cy="428342"/>
          </a:xfrm>
          <a:prstGeom prst="rect">
            <a:avLst/>
          </a:prstGeom>
        </p:spPr>
      </p:pic>
      <p:sp>
        <p:nvSpPr>
          <p:cNvPr id="24" name="TextBox 23">
            <a:extLst>
              <a:ext uri="{FF2B5EF4-FFF2-40B4-BE49-F238E27FC236}">
                <a16:creationId xmlns:a16="http://schemas.microsoft.com/office/drawing/2014/main" id="{5ED89A47-87E5-FA49-FD97-ECD3C2A5D7FE}"/>
              </a:ext>
            </a:extLst>
          </p:cNvPr>
          <p:cNvSpPr txBox="1"/>
          <p:nvPr/>
        </p:nvSpPr>
        <p:spPr>
          <a:xfrm>
            <a:off x="10164351" y="570878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25" name="Graphic 24">
            <a:extLst>
              <a:ext uri="{FF2B5EF4-FFF2-40B4-BE49-F238E27FC236}">
                <a16:creationId xmlns:a16="http://schemas.microsoft.com/office/drawing/2014/main" id="{8B9F99FC-22F2-8552-1B98-EE005BCD6F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17974" y="5673762"/>
            <a:ext cx="440399" cy="440399"/>
          </a:xfrm>
          <a:prstGeom prst="rect">
            <a:avLst/>
          </a:prstGeom>
        </p:spPr>
      </p:pic>
      <p:sp>
        <p:nvSpPr>
          <p:cNvPr id="26" name="TextBox 25">
            <a:extLst>
              <a:ext uri="{FF2B5EF4-FFF2-40B4-BE49-F238E27FC236}">
                <a16:creationId xmlns:a16="http://schemas.microsoft.com/office/drawing/2014/main" id="{9873C781-B229-15C2-893E-25DD8F4F7425}"/>
              </a:ext>
            </a:extLst>
          </p:cNvPr>
          <p:cNvSpPr txBox="1"/>
          <p:nvPr/>
        </p:nvSpPr>
        <p:spPr>
          <a:xfrm>
            <a:off x="8601448" y="568525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27" name="Straight Connector 26">
            <a:extLst>
              <a:ext uri="{FF2B5EF4-FFF2-40B4-BE49-F238E27FC236}">
                <a16:creationId xmlns:a16="http://schemas.microsoft.com/office/drawing/2014/main" id="{6EED4C63-C131-073E-CD95-5B34AFBC1D5A}"/>
              </a:ext>
            </a:extLst>
          </p:cNvPr>
          <p:cNvCxnSpPr>
            <a:cxnSpLocks/>
          </p:cNvCxnSpPr>
          <p:nvPr/>
        </p:nvCxnSpPr>
        <p:spPr>
          <a:xfrm>
            <a:off x="9188902" y="564775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70E5BE8-ADD4-212B-2DFE-6C2C1D4CD156}"/>
              </a:ext>
            </a:extLst>
          </p:cNvPr>
          <p:cNvSpPr txBox="1"/>
          <p:nvPr/>
        </p:nvSpPr>
        <p:spPr>
          <a:xfrm>
            <a:off x="8806652" y="625296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29" name="Graphic 28">
            <a:extLst>
              <a:ext uri="{FF2B5EF4-FFF2-40B4-BE49-F238E27FC236}">
                <a16:creationId xmlns:a16="http://schemas.microsoft.com/office/drawing/2014/main" id="{ACA61C6B-28E3-B664-E1F5-E15EC5826EA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474976" y="6223452"/>
            <a:ext cx="432499" cy="457940"/>
          </a:xfrm>
          <a:prstGeom prst="rect">
            <a:avLst/>
          </a:prstGeom>
        </p:spPr>
      </p:pic>
      <p:pic>
        <p:nvPicPr>
          <p:cNvPr id="30" name="Graphic 29">
            <a:extLst>
              <a:ext uri="{FF2B5EF4-FFF2-40B4-BE49-F238E27FC236}">
                <a16:creationId xmlns:a16="http://schemas.microsoft.com/office/drawing/2014/main" id="{1577DBB5-27BA-CEC6-D375-896407C5365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92959" y="6232188"/>
            <a:ext cx="389292" cy="389292"/>
          </a:xfrm>
          <a:prstGeom prst="rect">
            <a:avLst/>
          </a:prstGeom>
        </p:spPr>
      </p:pic>
      <p:sp>
        <p:nvSpPr>
          <p:cNvPr id="31" name="Rectangle 30">
            <a:extLst>
              <a:ext uri="{FF2B5EF4-FFF2-40B4-BE49-F238E27FC236}">
                <a16:creationId xmlns:a16="http://schemas.microsoft.com/office/drawing/2014/main" id="{DDFB3E89-341C-ABF9-33ED-941EAB62FAF0}"/>
              </a:ext>
            </a:extLst>
          </p:cNvPr>
          <p:cNvSpPr/>
          <p:nvPr/>
        </p:nvSpPr>
        <p:spPr>
          <a:xfrm>
            <a:off x="4314825" y="5556988"/>
            <a:ext cx="7740831"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35" name="TextBox 34">
            <a:extLst>
              <a:ext uri="{FF2B5EF4-FFF2-40B4-BE49-F238E27FC236}">
                <a16:creationId xmlns:a16="http://schemas.microsoft.com/office/drawing/2014/main" id="{8EF06E30-15CC-C640-F9F7-21049028242C}"/>
              </a:ext>
            </a:extLst>
          </p:cNvPr>
          <p:cNvSpPr txBox="1"/>
          <p:nvPr/>
        </p:nvSpPr>
        <p:spPr>
          <a:xfrm>
            <a:off x="9626414" y="591842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37" name="TextBox 36">
            <a:extLst>
              <a:ext uri="{FF2B5EF4-FFF2-40B4-BE49-F238E27FC236}">
                <a16:creationId xmlns:a16="http://schemas.microsoft.com/office/drawing/2014/main" id="{3819F7B4-0978-24D3-62A3-073A23CBB825}"/>
              </a:ext>
            </a:extLst>
          </p:cNvPr>
          <p:cNvSpPr txBox="1"/>
          <p:nvPr/>
        </p:nvSpPr>
        <p:spPr>
          <a:xfrm>
            <a:off x="11195476" y="620786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38" name="Graphic 37">
            <a:extLst>
              <a:ext uri="{FF2B5EF4-FFF2-40B4-BE49-F238E27FC236}">
                <a16:creationId xmlns:a16="http://schemas.microsoft.com/office/drawing/2014/main" id="{746B867B-E898-2E02-07E5-7058FAF192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62720" y="6324197"/>
            <a:ext cx="242454" cy="242454"/>
          </a:xfrm>
          <a:prstGeom prst="rect">
            <a:avLst/>
          </a:prstGeom>
        </p:spPr>
      </p:pic>
      <p:sp>
        <p:nvSpPr>
          <p:cNvPr id="39" name="TextBox 38">
            <a:extLst>
              <a:ext uri="{FF2B5EF4-FFF2-40B4-BE49-F238E27FC236}">
                <a16:creationId xmlns:a16="http://schemas.microsoft.com/office/drawing/2014/main" id="{3EA82DCE-910F-9636-3452-8AB7F338C99E}"/>
              </a:ext>
            </a:extLst>
          </p:cNvPr>
          <p:cNvSpPr txBox="1"/>
          <p:nvPr/>
        </p:nvSpPr>
        <p:spPr>
          <a:xfrm>
            <a:off x="9657000" y="634048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40" name="TextBox 39">
            <a:extLst>
              <a:ext uri="{FF2B5EF4-FFF2-40B4-BE49-F238E27FC236}">
                <a16:creationId xmlns:a16="http://schemas.microsoft.com/office/drawing/2014/main" id="{EE8A389F-F86A-4A42-F691-5275AB5F07E3}"/>
              </a:ext>
            </a:extLst>
          </p:cNvPr>
          <p:cNvSpPr txBox="1"/>
          <p:nvPr/>
        </p:nvSpPr>
        <p:spPr>
          <a:xfrm>
            <a:off x="11293748" y="580655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ACED279E-F818-7AE7-6A27-E30B41EE9311}"/>
              </a:ext>
            </a:extLst>
          </p:cNvPr>
          <p:cNvGrpSpPr/>
          <p:nvPr/>
        </p:nvGrpSpPr>
        <p:grpSpPr>
          <a:xfrm>
            <a:off x="10151837" y="5749145"/>
            <a:ext cx="970287" cy="342963"/>
            <a:chOff x="6998544" y="5436915"/>
            <a:chExt cx="970287" cy="342963"/>
          </a:xfrm>
        </p:grpSpPr>
        <p:pic>
          <p:nvPicPr>
            <p:cNvPr id="42" name="Graphic 41">
              <a:extLst>
                <a:ext uri="{FF2B5EF4-FFF2-40B4-BE49-F238E27FC236}">
                  <a16:creationId xmlns:a16="http://schemas.microsoft.com/office/drawing/2014/main" id="{31F53390-F445-5F43-B7B8-FE085AA27F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43" name="TextBox 42">
              <a:extLst>
                <a:ext uri="{FF2B5EF4-FFF2-40B4-BE49-F238E27FC236}">
                  <a16:creationId xmlns:a16="http://schemas.microsoft.com/office/drawing/2014/main" id="{4FC99047-C32C-8D64-FFE5-9AB196826BFD}"/>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45" name="Graphic 44">
            <a:extLst>
              <a:ext uri="{FF2B5EF4-FFF2-40B4-BE49-F238E27FC236}">
                <a16:creationId xmlns:a16="http://schemas.microsoft.com/office/drawing/2014/main" id="{1C8A4708-82A4-88C9-E687-BDB0E6D142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60923" y="6324507"/>
            <a:ext cx="247981" cy="247981"/>
          </a:xfrm>
          <a:prstGeom prst="rect">
            <a:avLst/>
          </a:prstGeom>
        </p:spPr>
      </p:pic>
      <p:pic>
        <p:nvPicPr>
          <p:cNvPr id="46" name="Picture 45">
            <a:extLst>
              <a:ext uri="{FF2B5EF4-FFF2-40B4-BE49-F238E27FC236}">
                <a16:creationId xmlns:a16="http://schemas.microsoft.com/office/drawing/2014/main" id="{95152227-72AE-1E17-4779-3086357063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9053" y="5800086"/>
            <a:ext cx="286533" cy="286533"/>
          </a:xfrm>
          <a:prstGeom prst="rect">
            <a:avLst/>
          </a:prstGeom>
        </p:spPr>
      </p:pic>
      <p:pic>
        <p:nvPicPr>
          <p:cNvPr id="53" name="Graphic 52">
            <a:extLst>
              <a:ext uri="{FF2B5EF4-FFF2-40B4-BE49-F238E27FC236}">
                <a16:creationId xmlns:a16="http://schemas.microsoft.com/office/drawing/2014/main" id="{A8FB5558-104C-B023-F279-0C578EA3B3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35219" y="6254557"/>
            <a:ext cx="274831" cy="274831"/>
          </a:xfrm>
          <a:prstGeom prst="rect">
            <a:avLst/>
          </a:prstGeom>
        </p:spPr>
      </p:pic>
      <p:sp>
        <p:nvSpPr>
          <p:cNvPr id="54" name="TextBox 53">
            <a:extLst>
              <a:ext uri="{FF2B5EF4-FFF2-40B4-BE49-F238E27FC236}">
                <a16:creationId xmlns:a16="http://schemas.microsoft.com/office/drawing/2014/main" id="{2E0D66C3-5E8D-860C-AC33-7D148D7B0BC9}"/>
              </a:ext>
            </a:extLst>
          </p:cNvPr>
          <p:cNvSpPr txBox="1"/>
          <p:nvPr/>
        </p:nvSpPr>
        <p:spPr>
          <a:xfrm>
            <a:off x="8893725" y="624258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App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Services</a:t>
            </a:r>
          </a:p>
        </p:txBody>
      </p:sp>
      <p:pic>
        <p:nvPicPr>
          <p:cNvPr id="56" name="Graphic 55">
            <a:extLst>
              <a:ext uri="{FF2B5EF4-FFF2-40B4-BE49-F238E27FC236}">
                <a16:creationId xmlns:a16="http://schemas.microsoft.com/office/drawing/2014/main" id="{F81BFEC2-0FDF-125F-B176-B628953B04A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416403" y="5861304"/>
            <a:ext cx="274831" cy="274831"/>
          </a:xfrm>
          <a:prstGeom prst="rect">
            <a:avLst/>
          </a:prstGeom>
        </p:spPr>
      </p:pic>
      <p:pic>
        <p:nvPicPr>
          <p:cNvPr id="57" name="Graphic 56">
            <a:extLst>
              <a:ext uri="{FF2B5EF4-FFF2-40B4-BE49-F238E27FC236}">
                <a16:creationId xmlns:a16="http://schemas.microsoft.com/office/drawing/2014/main" id="{8B884710-ECA0-751E-C816-0E0D45AC5A8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519734" y="5855768"/>
            <a:ext cx="257701" cy="257701"/>
          </a:xfrm>
          <a:prstGeom prst="rect">
            <a:avLst/>
          </a:prstGeom>
        </p:spPr>
      </p:pic>
      <p:sp>
        <p:nvSpPr>
          <p:cNvPr id="58" name="TextBox 57">
            <a:extLst>
              <a:ext uri="{FF2B5EF4-FFF2-40B4-BE49-F238E27FC236}">
                <a16:creationId xmlns:a16="http://schemas.microsoft.com/office/drawing/2014/main" id="{838E5C5A-4D62-DC81-BA71-42BD4A113EB3}"/>
              </a:ext>
            </a:extLst>
          </p:cNvPr>
          <p:cNvSpPr txBox="1"/>
          <p:nvPr/>
        </p:nvSpPr>
        <p:spPr>
          <a:xfrm>
            <a:off x="8872250" y="584862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59" name="Picture 58">
            <a:extLst>
              <a:ext uri="{FF2B5EF4-FFF2-40B4-BE49-F238E27FC236}">
                <a16:creationId xmlns:a16="http://schemas.microsoft.com/office/drawing/2014/main" id="{86B3EBBC-C11E-8BC7-27A5-8F7059A45E1E}"/>
              </a:ext>
            </a:extLst>
          </p:cNvPr>
          <p:cNvPicPr>
            <a:picLocks noChangeAspect="1"/>
          </p:cNvPicPr>
          <p:nvPr/>
        </p:nvPicPr>
        <p:blipFill>
          <a:blip r:embed="rId17"/>
          <a:stretch>
            <a:fillRect/>
          </a:stretch>
        </p:blipFill>
        <p:spPr>
          <a:xfrm>
            <a:off x="7622601" y="6223001"/>
            <a:ext cx="318290" cy="302376"/>
          </a:xfrm>
          <a:prstGeom prst="rect">
            <a:avLst/>
          </a:prstGeom>
        </p:spPr>
      </p:pic>
      <p:sp>
        <p:nvSpPr>
          <p:cNvPr id="60" name="TextBox 59">
            <a:extLst>
              <a:ext uri="{FF2B5EF4-FFF2-40B4-BE49-F238E27FC236}">
                <a16:creationId xmlns:a16="http://schemas.microsoft.com/office/drawing/2014/main" id="{072050E1-4345-AF6C-401D-BBAD59D3676B}"/>
              </a:ext>
            </a:extLst>
          </p:cNvPr>
          <p:cNvSpPr txBox="1"/>
          <p:nvPr/>
        </p:nvSpPr>
        <p:spPr>
          <a:xfrm>
            <a:off x="7875297" y="621338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61" name="TextBox 60">
            <a:extLst>
              <a:ext uri="{FF2B5EF4-FFF2-40B4-BE49-F238E27FC236}">
                <a16:creationId xmlns:a16="http://schemas.microsoft.com/office/drawing/2014/main" id="{D49DEB47-5619-E4B6-C924-9ED47ACE58AF}"/>
              </a:ext>
            </a:extLst>
          </p:cNvPr>
          <p:cNvSpPr txBox="1"/>
          <p:nvPr/>
        </p:nvSpPr>
        <p:spPr>
          <a:xfrm>
            <a:off x="7883030" y="585271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62" name="Graphic 61">
            <a:extLst>
              <a:ext uri="{FF2B5EF4-FFF2-40B4-BE49-F238E27FC236}">
                <a16:creationId xmlns:a16="http://schemas.microsoft.com/office/drawing/2014/main" id="{1462CD2A-C058-5EB2-8E46-9420F76B105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633872" y="5866357"/>
            <a:ext cx="300461" cy="300461"/>
          </a:xfrm>
          <a:prstGeom prst="rect">
            <a:avLst/>
          </a:prstGeom>
        </p:spPr>
      </p:pic>
      <p:sp>
        <p:nvSpPr>
          <p:cNvPr id="63" name="TextBox 62">
            <a:extLst>
              <a:ext uri="{FF2B5EF4-FFF2-40B4-BE49-F238E27FC236}">
                <a16:creationId xmlns:a16="http://schemas.microsoft.com/office/drawing/2014/main" id="{4C57B08F-47CE-2C14-8F13-734FABEF4B95}"/>
              </a:ext>
            </a:extLst>
          </p:cNvPr>
          <p:cNvSpPr txBox="1"/>
          <p:nvPr/>
        </p:nvSpPr>
        <p:spPr>
          <a:xfrm>
            <a:off x="10454972" y="621231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28" name="Graphic 127">
            <a:extLst>
              <a:ext uri="{FF2B5EF4-FFF2-40B4-BE49-F238E27FC236}">
                <a16:creationId xmlns:a16="http://schemas.microsoft.com/office/drawing/2014/main" id="{C2D00BF1-8F14-E1E1-2F34-7234EA0CEE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222714" y="6295587"/>
            <a:ext cx="290573" cy="290573"/>
          </a:xfrm>
          <a:prstGeom prst="rect">
            <a:avLst/>
          </a:prstGeom>
        </p:spPr>
      </p:pic>
      <p:pic>
        <p:nvPicPr>
          <p:cNvPr id="129" name="Graphic 128">
            <a:extLst>
              <a:ext uri="{FF2B5EF4-FFF2-40B4-BE49-F238E27FC236}">
                <a16:creationId xmlns:a16="http://schemas.microsoft.com/office/drawing/2014/main" id="{1E377C8A-470F-9498-230E-A6193312EFC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825383" y="5898916"/>
            <a:ext cx="282546" cy="282546"/>
          </a:xfrm>
          <a:prstGeom prst="rect">
            <a:avLst/>
          </a:prstGeom>
        </p:spPr>
      </p:pic>
      <p:sp>
        <p:nvSpPr>
          <p:cNvPr id="130" name="TextBox 129">
            <a:extLst>
              <a:ext uri="{FF2B5EF4-FFF2-40B4-BE49-F238E27FC236}">
                <a16:creationId xmlns:a16="http://schemas.microsoft.com/office/drawing/2014/main" id="{EACC4D49-93D8-2F81-FE8D-6177212E093B}"/>
              </a:ext>
            </a:extLst>
          </p:cNvPr>
          <p:cNvSpPr txBox="1"/>
          <p:nvPr/>
        </p:nvSpPr>
        <p:spPr>
          <a:xfrm>
            <a:off x="7065953" y="593385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131" name="Graphic 130">
            <a:extLst>
              <a:ext uri="{FF2B5EF4-FFF2-40B4-BE49-F238E27FC236}">
                <a16:creationId xmlns:a16="http://schemas.microsoft.com/office/drawing/2014/main" id="{8C51D747-EC9E-DA81-6277-FD594160DA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824610" y="6229770"/>
            <a:ext cx="263654" cy="308076"/>
          </a:xfrm>
          <a:prstGeom prst="rect">
            <a:avLst/>
          </a:prstGeom>
        </p:spPr>
      </p:pic>
      <p:sp>
        <p:nvSpPr>
          <p:cNvPr id="132" name="TextBox 131">
            <a:extLst>
              <a:ext uri="{FF2B5EF4-FFF2-40B4-BE49-F238E27FC236}">
                <a16:creationId xmlns:a16="http://schemas.microsoft.com/office/drawing/2014/main" id="{B6D2D888-BDF3-32BE-16D3-EA9BCEBCC2EF}"/>
              </a:ext>
            </a:extLst>
          </p:cNvPr>
          <p:cNvSpPr txBox="1"/>
          <p:nvPr/>
        </p:nvSpPr>
        <p:spPr>
          <a:xfrm>
            <a:off x="7075276" y="6226934"/>
            <a:ext cx="6445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144" name="Graphic 143">
            <a:extLst>
              <a:ext uri="{FF2B5EF4-FFF2-40B4-BE49-F238E27FC236}">
                <a16:creationId xmlns:a16="http://schemas.microsoft.com/office/drawing/2014/main" id="{74B21DEB-74B3-0AD9-1551-544532F9C2E5}"/>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797525" y="4510808"/>
            <a:ext cx="323942" cy="323942"/>
          </a:xfrm>
          <a:prstGeom prst="rect">
            <a:avLst/>
          </a:prstGeom>
        </p:spPr>
      </p:pic>
      <p:pic>
        <p:nvPicPr>
          <p:cNvPr id="171" name="Graphic 170">
            <a:extLst>
              <a:ext uri="{FF2B5EF4-FFF2-40B4-BE49-F238E27FC236}">
                <a16:creationId xmlns:a16="http://schemas.microsoft.com/office/drawing/2014/main" id="{68A3A2E8-4FA5-3A09-9314-756930FB4E84}"/>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058578" y="6209729"/>
            <a:ext cx="258873" cy="258873"/>
          </a:xfrm>
          <a:prstGeom prst="rect">
            <a:avLst/>
          </a:prstGeom>
        </p:spPr>
      </p:pic>
      <p:sp>
        <p:nvSpPr>
          <p:cNvPr id="172" name="TextBox 171">
            <a:extLst>
              <a:ext uri="{FF2B5EF4-FFF2-40B4-BE49-F238E27FC236}">
                <a16:creationId xmlns:a16="http://schemas.microsoft.com/office/drawing/2014/main" id="{B4E4E905-CBA9-9C83-085C-6DF512C48858}"/>
              </a:ext>
            </a:extLst>
          </p:cNvPr>
          <p:cNvSpPr txBox="1"/>
          <p:nvPr/>
        </p:nvSpPr>
        <p:spPr>
          <a:xfrm>
            <a:off x="6315294" y="6223452"/>
            <a:ext cx="64459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sp>
        <p:nvSpPr>
          <p:cNvPr id="173" name="TextBox 172">
            <a:extLst>
              <a:ext uri="{FF2B5EF4-FFF2-40B4-BE49-F238E27FC236}">
                <a16:creationId xmlns:a16="http://schemas.microsoft.com/office/drawing/2014/main" id="{D1A12AED-A9DE-42A3-7625-6D569729DFC6}"/>
              </a:ext>
            </a:extLst>
          </p:cNvPr>
          <p:cNvSpPr txBox="1"/>
          <p:nvPr/>
        </p:nvSpPr>
        <p:spPr>
          <a:xfrm>
            <a:off x="6315294" y="5904498"/>
            <a:ext cx="6445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Machine Learning</a:t>
            </a:r>
          </a:p>
        </p:txBody>
      </p:sp>
      <p:sp>
        <p:nvSpPr>
          <p:cNvPr id="222" name="Rectangle: Rounded Corners 221">
            <a:extLst>
              <a:ext uri="{FF2B5EF4-FFF2-40B4-BE49-F238E27FC236}">
                <a16:creationId xmlns:a16="http://schemas.microsoft.com/office/drawing/2014/main" id="{C1E29AEA-E0F4-6227-5B70-4B2F9E307952}"/>
              </a:ext>
            </a:extLst>
          </p:cNvPr>
          <p:cNvSpPr/>
          <p:nvPr/>
        </p:nvSpPr>
        <p:spPr bwMode="auto">
          <a:xfrm>
            <a:off x="8910665" y="4392796"/>
            <a:ext cx="981047" cy="87484"/>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Azure AI User</a:t>
            </a:r>
            <a:endParaRPr lang="en-US" sz="800" dirty="0" err="1">
              <a:solidFill>
                <a:srgbClr val="00B050"/>
              </a:solidFill>
              <a:ea typeface="Segoe UI" pitchFamily="34" charset="0"/>
              <a:cs typeface="Segoe UI" pitchFamily="34" charset="0"/>
            </a:endParaRPr>
          </a:p>
        </p:txBody>
      </p:sp>
      <p:sp>
        <p:nvSpPr>
          <p:cNvPr id="225" name="Rectangle: Rounded Corners 224">
            <a:extLst>
              <a:ext uri="{FF2B5EF4-FFF2-40B4-BE49-F238E27FC236}">
                <a16:creationId xmlns:a16="http://schemas.microsoft.com/office/drawing/2014/main" id="{5E30F27F-52C6-B390-7139-349ACF399CBE}"/>
              </a:ext>
            </a:extLst>
          </p:cNvPr>
          <p:cNvSpPr/>
          <p:nvPr/>
        </p:nvSpPr>
        <p:spPr bwMode="auto">
          <a:xfrm>
            <a:off x="8895041" y="3116799"/>
            <a:ext cx="1052739"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226" name="Rectangle: Rounded Corners 225">
            <a:extLst>
              <a:ext uri="{FF2B5EF4-FFF2-40B4-BE49-F238E27FC236}">
                <a16:creationId xmlns:a16="http://schemas.microsoft.com/office/drawing/2014/main" id="{B980801E-F1F7-D243-9037-4E13E2B1E6DD}"/>
              </a:ext>
            </a:extLst>
          </p:cNvPr>
          <p:cNvSpPr/>
          <p:nvPr/>
        </p:nvSpPr>
        <p:spPr bwMode="auto">
          <a:xfrm>
            <a:off x="8549021" y="2233476"/>
            <a:ext cx="116352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800" dirty="0">
                <a:solidFill>
                  <a:srgbClr val="00B050"/>
                </a:solidFill>
                <a:ea typeface="Segoe UI" pitchFamily="34" charset="0"/>
                <a:cs typeface="Segoe UI" pitchFamily="34" charset="0"/>
              </a:rPr>
              <a:t>Storage Blob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Data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Storage File Data </a:t>
            </a:r>
            <a:r>
              <a:rPr lang="fr-FR" sz="800" dirty="0" err="1">
                <a:solidFill>
                  <a:srgbClr val="00B050"/>
                </a:solidFill>
                <a:ea typeface="Segoe UI" pitchFamily="34" charset="0"/>
                <a:cs typeface="Segoe UI" pitchFamily="34" charset="0"/>
              </a:rPr>
              <a:t>Privileged</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Contributor</a:t>
            </a:r>
            <a:endParaRPr lang="en-US" sz="800" dirty="0">
              <a:solidFill>
                <a:srgbClr val="00B050"/>
              </a:solidFill>
              <a:ea typeface="Segoe UI" pitchFamily="34" charset="0"/>
              <a:cs typeface="Segoe UI" pitchFamily="34" charset="0"/>
            </a:endParaRPr>
          </a:p>
        </p:txBody>
      </p:sp>
      <p:sp>
        <p:nvSpPr>
          <p:cNvPr id="227" name="Rectangle: Rounded Corners 226">
            <a:extLst>
              <a:ext uri="{FF2B5EF4-FFF2-40B4-BE49-F238E27FC236}">
                <a16:creationId xmlns:a16="http://schemas.microsoft.com/office/drawing/2014/main" id="{958FD259-DA3F-7D0D-901E-FBFCF693819A}"/>
              </a:ext>
            </a:extLst>
          </p:cNvPr>
          <p:cNvSpPr/>
          <p:nvPr/>
        </p:nvSpPr>
        <p:spPr bwMode="auto">
          <a:xfrm>
            <a:off x="11143882" y="547351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232" name="Picture 231">
            <a:extLst>
              <a:ext uri="{FF2B5EF4-FFF2-40B4-BE49-F238E27FC236}">
                <a16:creationId xmlns:a16="http://schemas.microsoft.com/office/drawing/2014/main" id="{3D3AB378-4FF0-21AD-8122-7BB2C1C062EE}"/>
              </a:ext>
            </a:extLst>
          </p:cNvPr>
          <p:cNvPicPr>
            <a:picLocks noChangeAspect="1"/>
          </p:cNvPicPr>
          <p:nvPr/>
        </p:nvPicPr>
        <p:blipFill>
          <a:blip r:embed="rId23"/>
          <a:stretch>
            <a:fillRect/>
          </a:stretch>
        </p:blipFill>
        <p:spPr>
          <a:xfrm>
            <a:off x="10023455" y="4266701"/>
            <a:ext cx="210207" cy="208963"/>
          </a:xfrm>
          <a:prstGeom prst="rect">
            <a:avLst/>
          </a:prstGeom>
        </p:spPr>
      </p:pic>
      <p:sp>
        <p:nvSpPr>
          <p:cNvPr id="233" name="TextBox 232">
            <a:extLst>
              <a:ext uri="{FF2B5EF4-FFF2-40B4-BE49-F238E27FC236}">
                <a16:creationId xmlns:a16="http://schemas.microsoft.com/office/drawing/2014/main" id="{7CD66B4E-082E-80F3-03E4-1645F3C95C5C}"/>
              </a:ext>
            </a:extLst>
          </p:cNvPr>
          <p:cNvSpPr txBox="1"/>
          <p:nvPr/>
        </p:nvSpPr>
        <p:spPr>
          <a:xfrm>
            <a:off x="10204540" y="4260220"/>
            <a:ext cx="604112" cy="215444"/>
          </a:xfrm>
          <a:prstGeom prst="rect">
            <a:avLst/>
          </a:prstGeom>
          <a:noFill/>
        </p:spPr>
        <p:txBody>
          <a:bodyPr wrap="square" rtlCol="0">
            <a:spAutoFit/>
          </a:bodyPr>
          <a:lstStyle/>
          <a:p>
            <a:r>
              <a:rPr lang="en-US" sz="800" dirty="0">
                <a:solidFill>
                  <a:schemeClr val="accent1">
                    <a:lumMod val="75000"/>
                  </a:schemeClr>
                </a:solidFill>
              </a:rPr>
              <a:t>Open AI</a:t>
            </a:r>
          </a:p>
        </p:txBody>
      </p:sp>
      <p:sp>
        <p:nvSpPr>
          <p:cNvPr id="3" name="Rectangle 2">
            <a:extLst>
              <a:ext uri="{FF2B5EF4-FFF2-40B4-BE49-F238E27FC236}">
                <a16:creationId xmlns:a16="http://schemas.microsoft.com/office/drawing/2014/main" id="{290104F5-B1D9-7F13-B9BB-205998406C8A}"/>
              </a:ext>
            </a:extLst>
          </p:cNvPr>
          <p:cNvSpPr/>
          <p:nvPr/>
        </p:nvSpPr>
        <p:spPr>
          <a:xfrm>
            <a:off x="8577104" y="1615667"/>
            <a:ext cx="2261277" cy="3424091"/>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37" name="Picture 136">
            <a:extLst>
              <a:ext uri="{FF2B5EF4-FFF2-40B4-BE49-F238E27FC236}">
                <a16:creationId xmlns:a16="http://schemas.microsoft.com/office/drawing/2014/main" id="{07BAA40B-9C25-621C-0DC0-F5AEBF73C695}"/>
              </a:ext>
            </a:extLst>
          </p:cNvPr>
          <p:cNvPicPr>
            <a:picLocks noChangeAspect="1"/>
          </p:cNvPicPr>
          <p:nvPr/>
        </p:nvPicPr>
        <p:blipFill>
          <a:blip r:embed="rId24"/>
          <a:stretch>
            <a:fillRect/>
          </a:stretch>
        </p:blipFill>
        <p:spPr>
          <a:xfrm>
            <a:off x="9542448" y="3095922"/>
            <a:ext cx="247361" cy="215444"/>
          </a:xfrm>
          <a:prstGeom prst="rect">
            <a:avLst/>
          </a:prstGeom>
        </p:spPr>
      </p:pic>
      <p:pic>
        <p:nvPicPr>
          <p:cNvPr id="143" name="Picture 142">
            <a:extLst>
              <a:ext uri="{FF2B5EF4-FFF2-40B4-BE49-F238E27FC236}">
                <a16:creationId xmlns:a16="http://schemas.microsoft.com/office/drawing/2014/main" id="{2C0A0875-8CC5-582E-8DA9-4C000E887DEB}"/>
              </a:ext>
            </a:extLst>
          </p:cNvPr>
          <p:cNvPicPr>
            <a:picLocks noChangeAspect="1"/>
          </p:cNvPicPr>
          <p:nvPr/>
        </p:nvPicPr>
        <p:blipFill>
          <a:blip r:embed="rId24"/>
          <a:stretch>
            <a:fillRect/>
          </a:stretch>
        </p:blipFill>
        <p:spPr>
          <a:xfrm>
            <a:off x="9548084" y="4187214"/>
            <a:ext cx="247361" cy="215444"/>
          </a:xfrm>
          <a:prstGeom prst="rect">
            <a:avLst/>
          </a:prstGeom>
        </p:spPr>
      </p:pic>
      <p:pic>
        <p:nvPicPr>
          <p:cNvPr id="145" name="Picture 144">
            <a:extLst>
              <a:ext uri="{FF2B5EF4-FFF2-40B4-BE49-F238E27FC236}">
                <a16:creationId xmlns:a16="http://schemas.microsoft.com/office/drawing/2014/main" id="{A7DF95E4-CA2B-8691-8033-B3E223CED82E}"/>
              </a:ext>
            </a:extLst>
          </p:cNvPr>
          <p:cNvPicPr>
            <a:picLocks noChangeAspect="1"/>
          </p:cNvPicPr>
          <p:nvPr/>
        </p:nvPicPr>
        <p:blipFill>
          <a:blip r:embed="rId24"/>
          <a:stretch>
            <a:fillRect/>
          </a:stretch>
        </p:blipFill>
        <p:spPr>
          <a:xfrm>
            <a:off x="9542448" y="3755797"/>
            <a:ext cx="247361" cy="215444"/>
          </a:xfrm>
          <a:prstGeom prst="rect">
            <a:avLst/>
          </a:prstGeom>
        </p:spPr>
      </p:pic>
      <p:pic>
        <p:nvPicPr>
          <p:cNvPr id="146" name="Picture 145">
            <a:extLst>
              <a:ext uri="{FF2B5EF4-FFF2-40B4-BE49-F238E27FC236}">
                <a16:creationId xmlns:a16="http://schemas.microsoft.com/office/drawing/2014/main" id="{90980305-749C-61C7-8B95-712EF8E054C1}"/>
              </a:ext>
            </a:extLst>
          </p:cNvPr>
          <p:cNvPicPr>
            <a:picLocks noChangeAspect="1"/>
          </p:cNvPicPr>
          <p:nvPr/>
        </p:nvPicPr>
        <p:blipFill>
          <a:blip r:embed="rId24"/>
          <a:stretch>
            <a:fillRect/>
          </a:stretch>
        </p:blipFill>
        <p:spPr>
          <a:xfrm>
            <a:off x="9517614" y="2525643"/>
            <a:ext cx="247361" cy="215444"/>
          </a:xfrm>
          <a:prstGeom prst="rect">
            <a:avLst/>
          </a:prstGeom>
        </p:spPr>
      </p:pic>
      <p:pic>
        <p:nvPicPr>
          <p:cNvPr id="174" name="Picture 173">
            <a:extLst>
              <a:ext uri="{FF2B5EF4-FFF2-40B4-BE49-F238E27FC236}">
                <a16:creationId xmlns:a16="http://schemas.microsoft.com/office/drawing/2014/main" id="{618A4A3E-96D2-2758-9C7F-195292DDD659}"/>
              </a:ext>
            </a:extLst>
          </p:cNvPr>
          <p:cNvPicPr>
            <a:picLocks noChangeAspect="1"/>
          </p:cNvPicPr>
          <p:nvPr/>
        </p:nvPicPr>
        <p:blipFill>
          <a:blip r:embed="rId25"/>
          <a:stretch>
            <a:fillRect/>
          </a:stretch>
        </p:blipFill>
        <p:spPr>
          <a:xfrm>
            <a:off x="575035" y="3955817"/>
            <a:ext cx="420239" cy="600159"/>
          </a:xfrm>
          <a:prstGeom prst="rect">
            <a:avLst/>
          </a:prstGeom>
        </p:spPr>
      </p:pic>
      <p:pic>
        <p:nvPicPr>
          <p:cNvPr id="180" name="Picture 179">
            <a:extLst>
              <a:ext uri="{FF2B5EF4-FFF2-40B4-BE49-F238E27FC236}">
                <a16:creationId xmlns:a16="http://schemas.microsoft.com/office/drawing/2014/main" id="{ABA57CAD-FF67-24A0-FF31-4243157C6B94}"/>
              </a:ext>
            </a:extLst>
          </p:cNvPr>
          <p:cNvPicPr>
            <a:picLocks noChangeAspect="1"/>
          </p:cNvPicPr>
          <p:nvPr/>
        </p:nvPicPr>
        <p:blipFill>
          <a:blip r:embed="rId23"/>
          <a:stretch>
            <a:fillRect/>
          </a:stretch>
        </p:blipFill>
        <p:spPr>
          <a:xfrm>
            <a:off x="5267063" y="5888690"/>
            <a:ext cx="210207" cy="208963"/>
          </a:xfrm>
          <a:prstGeom prst="rect">
            <a:avLst/>
          </a:prstGeom>
        </p:spPr>
      </p:pic>
      <p:pic>
        <p:nvPicPr>
          <p:cNvPr id="182" name="Graphic 181">
            <a:extLst>
              <a:ext uri="{FF2B5EF4-FFF2-40B4-BE49-F238E27FC236}">
                <a16:creationId xmlns:a16="http://schemas.microsoft.com/office/drawing/2014/main" id="{7B740ECD-DC28-2523-769F-E6DD67F5BA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427355" y="5826679"/>
            <a:ext cx="351904" cy="351904"/>
          </a:xfrm>
          <a:prstGeom prst="rect">
            <a:avLst/>
          </a:prstGeom>
        </p:spPr>
      </p:pic>
      <p:sp>
        <p:nvSpPr>
          <p:cNvPr id="183" name="TextBox 182">
            <a:extLst>
              <a:ext uri="{FF2B5EF4-FFF2-40B4-BE49-F238E27FC236}">
                <a16:creationId xmlns:a16="http://schemas.microsoft.com/office/drawing/2014/main" id="{25E7602A-960A-E232-FC4B-FFC57C54A46C}"/>
              </a:ext>
            </a:extLst>
          </p:cNvPr>
          <p:cNvSpPr txBox="1"/>
          <p:nvPr/>
        </p:nvSpPr>
        <p:spPr>
          <a:xfrm>
            <a:off x="4734526" y="5824137"/>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pic>
        <p:nvPicPr>
          <p:cNvPr id="185" name="Graphic 184">
            <a:extLst>
              <a:ext uri="{FF2B5EF4-FFF2-40B4-BE49-F238E27FC236}">
                <a16:creationId xmlns:a16="http://schemas.microsoft.com/office/drawing/2014/main" id="{1530D81F-CFDE-FD96-5150-CC7DB82983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417334" y="1471727"/>
            <a:ext cx="351904" cy="351904"/>
          </a:xfrm>
          <a:prstGeom prst="rect">
            <a:avLst/>
          </a:prstGeom>
        </p:spPr>
      </p:pic>
      <p:sp>
        <p:nvSpPr>
          <p:cNvPr id="190" name="TextBox 189">
            <a:extLst>
              <a:ext uri="{FF2B5EF4-FFF2-40B4-BE49-F238E27FC236}">
                <a16:creationId xmlns:a16="http://schemas.microsoft.com/office/drawing/2014/main" id="{8704E3F7-B078-8440-39BF-506252EBBCB6}"/>
              </a:ext>
            </a:extLst>
          </p:cNvPr>
          <p:cNvSpPr txBox="1"/>
          <p:nvPr/>
        </p:nvSpPr>
        <p:spPr>
          <a:xfrm>
            <a:off x="5440575" y="5844165"/>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OpenAI</a:t>
            </a:r>
          </a:p>
        </p:txBody>
      </p:sp>
      <p:sp>
        <p:nvSpPr>
          <p:cNvPr id="191" name="TextBox 190">
            <a:extLst>
              <a:ext uri="{FF2B5EF4-FFF2-40B4-BE49-F238E27FC236}">
                <a16:creationId xmlns:a16="http://schemas.microsoft.com/office/drawing/2014/main" id="{3F6878D3-94E9-939F-5DFC-0F6F7C9CADB6}"/>
              </a:ext>
            </a:extLst>
          </p:cNvPr>
          <p:cNvSpPr txBox="1"/>
          <p:nvPr/>
        </p:nvSpPr>
        <p:spPr>
          <a:xfrm>
            <a:off x="5520437" y="6253158"/>
            <a:ext cx="63942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sp>
        <p:nvSpPr>
          <p:cNvPr id="205" name="TextBox 204">
            <a:extLst>
              <a:ext uri="{FF2B5EF4-FFF2-40B4-BE49-F238E27FC236}">
                <a16:creationId xmlns:a16="http://schemas.microsoft.com/office/drawing/2014/main" id="{0D4FEFA1-3E82-7C1A-7B43-75051AB992DC}"/>
              </a:ext>
            </a:extLst>
          </p:cNvPr>
          <p:cNvSpPr txBox="1"/>
          <p:nvPr/>
        </p:nvSpPr>
        <p:spPr>
          <a:xfrm>
            <a:off x="8730084" y="1583903"/>
            <a:ext cx="1115092" cy="338554"/>
          </a:xfrm>
          <a:prstGeom prst="rect">
            <a:avLst/>
          </a:prstGeom>
          <a:noFill/>
        </p:spPr>
        <p:txBody>
          <a:bodyPr wrap="square" rtlCol="0">
            <a:spAutoFit/>
          </a:bodyPr>
          <a:lstStyle/>
          <a:p>
            <a:r>
              <a:rPr lang="en-US" sz="800" dirty="0">
                <a:solidFill>
                  <a:schemeClr val="accent1">
                    <a:lumMod val="75000"/>
                  </a:schemeClr>
                </a:solidFill>
              </a:rPr>
              <a:t>public azure ai resource group </a:t>
            </a:r>
          </a:p>
        </p:txBody>
      </p:sp>
      <p:pic>
        <p:nvPicPr>
          <p:cNvPr id="7" name="Graphic 6">
            <a:extLst>
              <a:ext uri="{FF2B5EF4-FFF2-40B4-BE49-F238E27FC236}">
                <a16:creationId xmlns:a16="http://schemas.microsoft.com/office/drawing/2014/main" id="{F54801BC-0E72-5043-A11D-42FF32755CE4}"/>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750634" y="2029974"/>
            <a:ext cx="298000" cy="298000"/>
          </a:xfrm>
          <a:prstGeom prst="rect">
            <a:avLst/>
          </a:prstGeom>
        </p:spPr>
      </p:pic>
      <p:pic>
        <p:nvPicPr>
          <p:cNvPr id="10" name="Graphic 9">
            <a:extLst>
              <a:ext uri="{FF2B5EF4-FFF2-40B4-BE49-F238E27FC236}">
                <a16:creationId xmlns:a16="http://schemas.microsoft.com/office/drawing/2014/main" id="{8B494994-92CD-024B-70EA-B8858E7379C1}"/>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793204" y="3781215"/>
            <a:ext cx="353214" cy="353214"/>
          </a:xfrm>
          <a:prstGeom prst="rect">
            <a:avLst/>
          </a:prstGeom>
        </p:spPr>
      </p:pic>
      <p:pic>
        <p:nvPicPr>
          <p:cNvPr id="13" name="Picture 12">
            <a:extLst>
              <a:ext uri="{FF2B5EF4-FFF2-40B4-BE49-F238E27FC236}">
                <a16:creationId xmlns:a16="http://schemas.microsoft.com/office/drawing/2014/main" id="{21CA22F4-9F09-26B3-D9E9-A64908D13692}"/>
              </a:ext>
            </a:extLst>
          </p:cNvPr>
          <p:cNvPicPr>
            <a:picLocks noChangeAspect="1"/>
          </p:cNvPicPr>
          <p:nvPr/>
        </p:nvPicPr>
        <p:blipFill>
          <a:blip r:embed="rId24"/>
          <a:stretch>
            <a:fillRect/>
          </a:stretch>
        </p:blipFill>
        <p:spPr>
          <a:xfrm>
            <a:off x="9486615" y="1913524"/>
            <a:ext cx="247361" cy="215444"/>
          </a:xfrm>
          <a:prstGeom prst="rect">
            <a:avLst/>
          </a:prstGeom>
        </p:spPr>
      </p:pic>
      <p:sp>
        <p:nvSpPr>
          <p:cNvPr id="14" name="Rectangle: Rounded Corners 13">
            <a:extLst>
              <a:ext uri="{FF2B5EF4-FFF2-40B4-BE49-F238E27FC236}">
                <a16:creationId xmlns:a16="http://schemas.microsoft.com/office/drawing/2014/main" id="{E94131C5-89BF-A77F-44FB-C3A1921DB7CE}"/>
              </a:ext>
            </a:extLst>
          </p:cNvPr>
          <p:cNvSpPr/>
          <p:nvPr/>
        </p:nvSpPr>
        <p:spPr bwMode="auto">
          <a:xfrm>
            <a:off x="9108773" y="1990127"/>
            <a:ext cx="741210"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Pull</a:t>
            </a:r>
            <a:endParaRPr lang="en-US" sz="800" dirty="0" err="1">
              <a:solidFill>
                <a:srgbClr val="00B050"/>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57058C55-E6D6-A22F-4A87-6AFA292F4802}"/>
              </a:ext>
            </a:extLst>
          </p:cNvPr>
          <p:cNvSpPr txBox="1"/>
          <p:nvPr/>
        </p:nvSpPr>
        <p:spPr>
          <a:xfrm>
            <a:off x="10107624" y="3749221"/>
            <a:ext cx="73075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Machine Learning</a:t>
            </a:r>
          </a:p>
        </p:txBody>
      </p:sp>
      <p:sp>
        <p:nvSpPr>
          <p:cNvPr id="32" name="TextBox 31">
            <a:extLst>
              <a:ext uri="{FF2B5EF4-FFF2-40B4-BE49-F238E27FC236}">
                <a16:creationId xmlns:a16="http://schemas.microsoft.com/office/drawing/2014/main" id="{603BFB74-3F55-D674-9F87-3AAE8DC9738C}"/>
              </a:ext>
            </a:extLst>
          </p:cNvPr>
          <p:cNvSpPr txBox="1"/>
          <p:nvPr/>
        </p:nvSpPr>
        <p:spPr>
          <a:xfrm>
            <a:off x="9356949" y="2274964"/>
            <a:ext cx="1131468"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pic>
        <p:nvPicPr>
          <p:cNvPr id="33" name="Graphic 32">
            <a:extLst>
              <a:ext uri="{FF2B5EF4-FFF2-40B4-BE49-F238E27FC236}">
                <a16:creationId xmlns:a16="http://schemas.microsoft.com/office/drawing/2014/main" id="{3D0D98CF-281B-D9B3-CFB5-F19B418F2F7A}"/>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031588" y="5820265"/>
            <a:ext cx="353214" cy="353214"/>
          </a:xfrm>
          <a:prstGeom prst="rect">
            <a:avLst/>
          </a:prstGeom>
        </p:spPr>
      </p:pic>
      <p:pic>
        <p:nvPicPr>
          <p:cNvPr id="34" name="Graphic 33">
            <a:extLst>
              <a:ext uri="{FF2B5EF4-FFF2-40B4-BE49-F238E27FC236}">
                <a16:creationId xmlns:a16="http://schemas.microsoft.com/office/drawing/2014/main" id="{C4AF9CBE-E481-5A8A-7A09-3600989F166B}"/>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5234455" y="6202210"/>
            <a:ext cx="298000" cy="298000"/>
          </a:xfrm>
          <a:prstGeom prst="rect">
            <a:avLst/>
          </a:prstGeom>
        </p:spPr>
      </p:pic>
    </p:spTree>
    <p:extLst>
      <p:ext uri="{BB962C8B-B14F-4D97-AF65-F5344CB8AC3E}">
        <p14:creationId xmlns:p14="http://schemas.microsoft.com/office/powerpoint/2010/main" val="77497624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4044-B377-F4D5-4B36-84E1CCE1D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E13BC-A965-57CE-6BDD-35634DAAB466}"/>
              </a:ext>
            </a:extLst>
          </p:cNvPr>
          <p:cNvSpPr>
            <a:spLocks noGrp="1"/>
          </p:cNvSpPr>
          <p:nvPr>
            <p:ph type="title"/>
          </p:nvPr>
        </p:nvSpPr>
        <p:spPr>
          <a:xfrm>
            <a:off x="381000" y="457200"/>
            <a:ext cx="11430000" cy="553998"/>
          </a:xfrm>
        </p:spPr>
        <p:txBody>
          <a:bodyPr/>
          <a:lstStyle/>
          <a:p>
            <a:r>
              <a:rPr lang="en-US" dirty="0">
                <a:cs typeface="Segoe UI"/>
              </a:rPr>
              <a:t>Private deployment</a:t>
            </a:r>
            <a:endParaRPr lang="en-US" dirty="0"/>
          </a:p>
        </p:txBody>
      </p:sp>
      <p:sp>
        <p:nvSpPr>
          <p:cNvPr id="237" name="Rectangle 236">
            <a:extLst>
              <a:ext uri="{FF2B5EF4-FFF2-40B4-BE49-F238E27FC236}">
                <a16:creationId xmlns:a16="http://schemas.microsoft.com/office/drawing/2014/main" id="{EA32C87E-0499-C4CD-D776-3F671CCA81BE}"/>
              </a:ext>
            </a:extLst>
          </p:cNvPr>
          <p:cNvSpPr/>
          <p:nvPr/>
        </p:nvSpPr>
        <p:spPr>
          <a:xfrm>
            <a:off x="2288779" y="1304746"/>
            <a:ext cx="9766878"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FFDDC8C9-E248-0393-83A1-CF52472EFB64}"/>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E36ABD41-EB9F-E7B8-6343-276192D6C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598E6146-4691-C6E7-91B6-FC7C8DC67690}"/>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C9EE0828-9FFD-1428-FDC5-3F6EA0B690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E451FDD7-5E76-1137-8832-BC73E0E2A5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EE8F9475-ABF5-87B1-622D-FD88B26573B5}"/>
              </a:ext>
            </a:extLst>
          </p:cNvPr>
          <p:cNvSpPr txBox="1"/>
          <p:nvPr/>
        </p:nvSpPr>
        <p:spPr>
          <a:xfrm>
            <a:off x="11125342" y="1405934"/>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15566165-907A-BA0C-FF3D-BCE478FE0A6B}"/>
              </a:ext>
            </a:extLst>
          </p:cNvPr>
          <p:cNvSpPr/>
          <p:nvPr/>
        </p:nvSpPr>
        <p:spPr>
          <a:xfrm>
            <a:off x="3086099" y="1407680"/>
            <a:ext cx="8807083"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299" name="Graphic 298">
            <a:extLst>
              <a:ext uri="{FF2B5EF4-FFF2-40B4-BE49-F238E27FC236}">
                <a16:creationId xmlns:a16="http://schemas.microsoft.com/office/drawing/2014/main" id="{4370FF5B-9A5E-D9CE-B026-4B494A3391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40599" y="2551667"/>
            <a:ext cx="247981" cy="247981"/>
          </a:xfrm>
          <a:prstGeom prst="rect">
            <a:avLst/>
          </a:prstGeom>
        </p:spPr>
      </p:pic>
      <p:sp>
        <p:nvSpPr>
          <p:cNvPr id="301" name="TextBox 300">
            <a:extLst>
              <a:ext uri="{FF2B5EF4-FFF2-40B4-BE49-F238E27FC236}">
                <a16:creationId xmlns:a16="http://schemas.microsoft.com/office/drawing/2014/main" id="{2B26E4AD-C113-B0AA-B36D-EB77FA15C4E8}"/>
              </a:ext>
            </a:extLst>
          </p:cNvPr>
          <p:cNvSpPr txBox="1"/>
          <p:nvPr/>
        </p:nvSpPr>
        <p:spPr>
          <a:xfrm>
            <a:off x="8471941" y="2864565"/>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sp>
        <p:nvSpPr>
          <p:cNvPr id="310" name="TextBox 309">
            <a:extLst>
              <a:ext uri="{FF2B5EF4-FFF2-40B4-BE49-F238E27FC236}">
                <a16:creationId xmlns:a16="http://schemas.microsoft.com/office/drawing/2014/main" id="{A15779A8-00AD-BCDC-9F9A-DBDF27C60F38}"/>
              </a:ext>
            </a:extLst>
          </p:cNvPr>
          <p:cNvSpPr txBox="1"/>
          <p:nvPr/>
        </p:nvSpPr>
        <p:spPr>
          <a:xfrm>
            <a:off x="8346437" y="4744093"/>
            <a:ext cx="6955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Microsoft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pic>
        <p:nvPicPr>
          <p:cNvPr id="318" name="Picture 317">
            <a:extLst>
              <a:ext uri="{FF2B5EF4-FFF2-40B4-BE49-F238E27FC236}">
                <a16:creationId xmlns:a16="http://schemas.microsoft.com/office/drawing/2014/main" id="{9AF53353-07AC-5FE6-6D94-233BFF100151}"/>
              </a:ext>
            </a:extLst>
          </p:cNvPr>
          <p:cNvPicPr>
            <a:picLocks noChangeAspect="1"/>
          </p:cNvPicPr>
          <p:nvPr/>
        </p:nvPicPr>
        <p:blipFill>
          <a:blip r:embed="rId7"/>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80AFA56E-8C9B-0F7E-1B24-5C3E40D7CBFB}"/>
              </a:ext>
            </a:extLst>
          </p:cNvPr>
          <p:cNvPicPr>
            <a:picLocks noChangeAspect="1"/>
          </p:cNvPicPr>
          <p:nvPr/>
        </p:nvPicPr>
        <p:blipFill>
          <a:blip r:embed="rId8"/>
          <a:stretch>
            <a:fillRect/>
          </a:stretch>
        </p:blipFill>
        <p:spPr>
          <a:xfrm>
            <a:off x="199561" y="4038407"/>
            <a:ext cx="1823558" cy="1069513"/>
          </a:xfrm>
          <a:prstGeom prst="rect">
            <a:avLst/>
          </a:prstGeom>
        </p:spPr>
      </p:pic>
      <p:pic>
        <p:nvPicPr>
          <p:cNvPr id="144" name="Graphic 143">
            <a:extLst>
              <a:ext uri="{FF2B5EF4-FFF2-40B4-BE49-F238E27FC236}">
                <a16:creationId xmlns:a16="http://schemas.microsoft.com/office/drawing/2014/main" id="{21AE0FC0-35B8-F053-54D4-AB745E8CFD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47998" y="4513723"/>
            <a:ext cx="258873" cy="258873"/>
          </a:xfrm>
          <a:prstGeom prst="rect">
            <a:avLst/>
          </a:prstGeom>
        </p:spPr>
      </p:pic>
      <p:sp>
        <p:nvSpPr>
          <p:cNvPr id="222" name="Rectangle: Rounded Corners 221">
            <a:extLst>
              <a:ext uri="{FF2B5EF4-FFF2-40B4-BE49-F238E27FC236}">
                <a16:creationId xmlns:a16="http://schemas.microsoft.com/office/drawing/2014/main" id="{34B8E6AD-B4AE-0952-1D44-CF9E69FF09C5}"/>
              </a:ext>
            </a:extLst>
          </p:cNvPr>
          <p:cNvSpPr/>
          <p:nvPr/>
        </p:nvSpPr>
        <p:spPr bwMode="auto">
          <a:xfrm>
            <a:off x="8508314" y="4255663"/>
            <a:ext cx="1007092" cy="259847"/>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Azure AI User</a:t>
            </a:r>
            <a:endParaRPr lang="en-US" sz="800" dirty="0" err="1">
              <a:solidFill>
                <a:srgbClr val="00B050"/>
              </a:solidFill>
              <a:ea typeface="Segoe UI" pitchFamily="34" charset="0"/>
              <a:cs typeface="Segoe UI" pitchFamily="34" charset="0"/>
            </a:endParaRPr>
          </a:p>
        </p:txBody>
      </p:sp>
      <p:sp>
        <p:nvSpPr>
          <p:cNvPr id="225" name="Rectangle: Rounded Corners 224">
            <a:extLst>
              <a:ext uri="{FF2B5EF4-FFF2-40B4-BE49-F238E27FC236}">
                <a16:creationId xmlns:a16="http://schemas.microsoft.com/office/drawing/2014/main" id="{F31D6CB5-0FCD-D137-8E25-9E382DB0EA3B}"/>
              </a:ext>
            </a:extLst>
          </p:cNvPr>
          <p:cNvSpPr/>
          <p:nvPr/>
        </p:nvSpPr>
        <p:spPr bwMode="auto">
          <a:xfrm>
            <a:off x="8838151" y="3051057"/>
            <a:ext cx="1229868"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227" name="Rectangle: Rounded Corners 226">
            <a:extLst>
              <a:ext uri="{FF2B5EF4-FFF2-40B4-BE49-F238E27FC236}">
                <a16:creationId xmlns:a16="http://schemas.microsoft.com/office/drawing/2014/main" id="{63383B64-7ACA-A59D-BF2D-992F4AAC5698}"/>
              </a:ext>
            </a:extLst>
          </p:cNvPr>
          <p:cNvSpPr/>
          <p:nvPr/>
        </p:nvSpPr>
        <p:spPr bwMode="auto">
          <a:xfrm>
            <a:off x="11143882" y="547351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232" name="Picture 231">
            <a:extLst>
              <a:ext uri="{FF2B5EF4-FFF2-40B4-BE49-F238E27FC236}">
                <a16:creationId xmlns:a16="http://schemas.microsoft.com/office/drawing/2014/main" id="{250F9B99-1768-AD4A-EAEA-296AA4FF05DB}"/>
              </a:ext>
            </a:extLst>
          </p:cNvPr>
          <p:cNvPicPr>
            <a:picLocks noChangeAspect="1"/>
          </p:cNvPicPr>
          <p:nvPr/>
        </p:nvPicPr>
        <p:blipFill>
          <a:blip r:embed="rId10"/>
          <a:stretch>
            <a:fillRect/>
          </a:stretch>
        </p:blipFill>
        <p:spPr>
          <a:xfrm>
            <a:off x="9139123" y="4580716"/>
            <a:ext cx="210207" cy="208963"/>
          </a:xfrm>
          <a:prstGeom prst="rect">
            <a:avLst/>
          </a:prstGeom>
        </p:spPr>
      </p:pic>
      <p:sp>
        <p:nvSpPr>
          <p:cNvPr id="233" name="TextBox 232">
            <a:extLst>
              <a:ext uri="{FF2B5EF4-FFF2-40B4-BE49-F238E27FC236}">
                <a16:creationId xmlns:a16="http://schemas.microsoft.com/office/drawing/2014/main" id="{1D1C5DEB-B863-5057-8A02-C0909946742B}"/>
              </a:ext>
            </a:extLst>
          </p:cNvPr>
          <p:cNvSpPr txBox="1"/>
          <p:nvPr/>
        </p:nvSpPr>
        <p:spPr>
          <a:xfrm>
            <a:off x="8932384" y="4735800"/>
            <a:ext cx="604112" cy="215444"/>
          </a:xfrm>
          <a:prstGeom prst="rect">
            <a:avLst/>
          </a:prstGeom>
          <a:noFill/>
        </p:spPr>
        <p:txBody>
          <a:bodyPr wrap="square" rtlCol="0">
            <a:spAutoFit/>
          </a:bodyPr>
          <a:lstStyle/>
          <a:p>
            <a:r>
              <a:rPr lang="en-US" sz="800" dirty="0">
                <a:solidFill>
                  <a:schemeClr val="accent1">
                    <a:lumMod val="75000"/>
                  </a:schemeClr>
                </a:solidFill>
              </a:rPr>
              <a:t>Open AI</a:t>
            </a:r>
          </a:p>
        </p:txBody>
      </p:sp>
      <p:sp>
        <p:nvSpPr>
          <p:cNvPr id="148" name="Rectangle 147">
            <a:extLst>
              <a:ext uri="{FF2B5EF4-FFF2-40B4-BE49-F238E27FC236}">
                <a16:creationId xmlns:a16="http://schemas.microsoft.com/office/drawing/2014/main" id="{FD498EC2-AC92-CCAD-DF16-AB34260E2287}"/>
              </a:ext>
            </a:extLst>
          </p:cNvPr>
          <p:cNvSpPr/>
          <p:nvPr/>
        </p:nvSpPr>
        <p:spPr>
          <a:xfrm>
            <a:off x="4039663" y="1615667"/>
            <a:ext cx="5867812" cy="3433097"/>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86" name="Graphic 185">
            <a:extLst>
              <a:ext uri="{FF2B5EF4-FFF2-40B4-BE49-F238E27FC236}">
                <a16:creationId xmlns:a16="http://schemas.microsoft.com/office/drawing/2014/main" id="{8BA5896B-E8B3-DED8-8BD1-6D1F95F9E9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70129" y="1439715"/>
            <a:ext cx="351904" cy="351904"/>
          </a:xfrm>
          <a:prstGeom prst="rect">
            <a:avLst/>
          </a:prstGeom>
        </p:spPr>
      </p:pic>
      <p:sp>
        <p:nvSpPr>
          <p:cNvPr id="197" name="TextBox 196">
            <a:extLst>
              <a:ext uri="{FF2B5EF4-FFF2-40B4-BE49-F238E27FC236}">
                <a16:creationId xmlns:a16="http://schemas.microsoft.com/office/drawing/2014/main" id="{B4A2731C-0266-9244-F5AC-1386CBCC097A}"/>
              </a:ext>
            </a:extLst>
          </p:cNvPr>
          <p:cNvSpPr txBox="1"/>
          <p:nvPr/>
        </p:nvSpPr>
        <p:spPr>
          <a:xfrm>
            <a:off x="4158964" y="1636766"/>
            <a:ext cx="1115092" cy="338554"/>
          </a:xfrm>
          <a:prstGeom prst="rect">
            <a:avLst/>
          </a:prstGeom>
          <a:noFill/>
        </p:spPr>
        <p:txBody>
          <a:bodyPr wrap="square" rtlCol="0">
            <a:spAutoFit/>
          </a:bodyPr>
          <a:lstStyle/>
          <a:p>
            <a:r>
              <a:rPr lang="en-US" sz="800" dirty="0">
                <a:solidFill>
                  <a:schemeClr val="accent1">
                    <a:lumMod val="75000"/>
                  </a:schemeClr>
                </a:solidFill>
              </a:rPr>
              <a:t>public Azure AI resource group </a:t>
            </a:r>
          </a:p>
        </p:txBody>
      </p:sp>
      <p:sp>
        <p:nvSpPr>
          <p:cNvPr id="164" name="Rectangle 163">
            <a:extLst>
              <a:ext uri="{FF2B5EF4-FFF2-40B4-BE49-F238E27FC236}">
                <a16:creationId xmlns:a16="http://schemas.microsoft.com/office/drawing/2014/main" id="{6704AC46-7E30-F7D7-2594-86E8F96108F2}"/>
              </a:ext>
            </a:extLst>
          </p:cNvPr>
          <p:cNvSpPr/>
          <p:nvPr/>
        </p:nvSpPr>
        <p:spPr>
          <a:xfrm>
            <a:off x="5637110" y="1823179"/>
            <a:ext cx="2506796" cy="315363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pic>
        <p:nvPicPr>
          <p:cNvPr id="165" name="Graphic 164">
            <a:extLst>
              <a:ext uri="{FF2B5EF4-FFF2-40B4-BE49-F238E27FC236}">
                <a16:creationId xmlns:a16="http://schemas.microsoft.com/office/drawing/2014/main" id="{EB59AC98-3A5A-DE58-15F4-BDF1E0315EB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631927" y="1579034"/>
            <a:ext cx="300461" cy="300461"/>
          </a:xfrm>
          <a:prstGeom prst="rect">
            <a:avLst/>
          </a:prstGeom>
        </p:spPr>
      </p:pic>
      <p:sp>
        <p:nvSpPr>
          <p:cNvPr id="166" name="Rectangle 165">
            <a:extLst>
              <a:ext uri="{FF2B5EF4-FFF2-40B4-BE49-F238E27FC236}">
                <a16:creationId xmlns:a16="http://schemas.microsoft.com/office/drawing/2014/main" id="{1BC8FD3D-7A87-4130-0132-5C8242AC24E0}"/>
              </a:ext>
            </a:extLst>
          </p:cNvPr>
          <p:cNvSpPr/>
          <p:nvPr/>
        </p:nvSpPr>
        <p:spPr>
          <a:xfrm>
            <a:off x="6913563" y="1957187"/>
            <a:ext cx="1115093" cy="292882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167" name="TextBox 166">
            <a:extLst>
              <a:ext uri="{FF2B5EF4-FFF2-40B4-BE49-F238E27FC236}">
                <a16:creationId xmlns:a16="http://schemas.microsoft.com/office/drawing/2014/main" id="{A369682B-F3D0-5080-7574-F262BA5AA1A4}"/>
              </a:ext>
            </a:extLst>
          </p:cNvPr>
          <p:cNvSpPr txBox="1"/>
          <p:nvPr/>
        </p:nvSpPr>
        <p:spPr>
          <a:xfrm>
            <a:off x="6884002" y="1920446"/>
            <a:ext cx="811404" cy="338554"/>
          </a:xfrm>
          <a:prstGeom prst="rect">
            <a:avLst/>
          </a:prstGeom>
          <a:noFill/>
        </p:spPr>
        <p:txBody>
          <a:bodyPr wrap="square" rtlCol="0">
            <a:spAutoFit/>
          </a:bodyPr>
          <a:lstStyle/>
          <a:p>
            <a:r>
              <a:rPr lang="en-US" sz="800" dirty="0">
                <a:solidFill>
                  <a:schemeClr val="accent1">
                    <a:lumMod val="75000"/>
                  </a:schemeClr>
                </a:solidFill>
              </a:rPr>
              <a:t>default</a:t>
            </a:r>
          </a:p>
          <a:p>
            <a:r>
              <a:rPr lang="en-US" sz="800" dirty="0">
                <a:solidFill>
                  <a:schemeClr val="accent1">
                    <a:lumMod val="75000"/>
                  </a:schemeClr>
                </a:solidFill>
              </a:rPr>
              <a:t>Subnet</a:t>
            </a:r>
          </a:p>
        </p:txBody>
      </p:sp>
      <p:sp>
        <p:nvSpPr>
          <p:cNvPr id="168" name="TextBox 167">
            <a:extLst>
              <a:ext uri="{FF2B5EF4-FFF2-40B4-BE49-F238E27FC236}">
                <a16:creationId xmlns:a16="http://schemas.microsoft.com/office/drawing/2014/main" id="{087F21CF-140C-1B31-FDCC-73EAEEA08A69}"/>
              </a:ext>
            </a:extLst>
          </p:cNvPr>
          <p:cNvSpPr txBox="1"/>
          <p:nvPr/>
        </p:nvSpPr>
        <p:spPr>
          <a:xfrm>
            <a:off x="7377904" y="4678581"/>
            <a:ext cx="940070" cy="215444"/>
          </a:xfrm>
          <a:prstGeom prst="rect">
            <a:avLst/>
          </a:prstGeom>
          <a:noFill/>
        </p:spPr>
        <p:txBody>
          <a:bodyPr wrap="square" rtlCol="0">
            <a:spAutoFit/>
          </a:bodyPr>
          <a:lstStyle/>
          <a:p>
            <a:r>
              <a:rPr lang="en-US" sz="800" dirty="0">
                <a:solidFill>
                  <a:schemeClr val="accent1">
                    <a:lumMod val="75000"/>
                  </a:schemeClr>
                </a:solidFill>
              </a:rPr>
              <a:t>10.0.0.0/24</a:t>
            </a:r>
          </a:p>
        </p:txBody>
      </p:sp>
      <p:sp>
        <p:nvSpPr>
          <p:cNvPr id="169" name="TextBox 168">
            <a:extLst>
              <a:ext uri="{FF2B5EF4-FFF2-40B4-BE49-F238E27FC236}">
                <a16:creationId xmlns:a16="http://schemas.microsoft.com/office/drawing/2014/main" id="{602C9ED1-C038-EDCE-154E-C2E0E2BAFD05}"/>
              </a:ext>
            </a:extLst>
          </p:cNvPr>
          <p:cNvSpPr txBox="1"/>
          <p:nvPr/>
        </p:nvSpPr>
        <p:spPr>
          <a:xfrm>
            <a:off x="5614770" y="1857501"/>
            <a:ext cx="940070" cy="215444"/>
          </a:xfrm>
          <a:prstGeom prst="rect">
            <a:avLst/>
          </a:prstGeom>
          <a:noFill/>
        </p:spPr>
        <p:txBody>
          <a:bodyPr wrap="square" rtlCol="0">
            <a:spAutoFit/>
          </a:bodyPr>
          <a:lstStyle/>
          <a:p>
            <a:r>
              <a:rPr lang="en-US" sz="800" dirty="0">
                <a:solidFill>
                  <a:schemeClr val="accent1">
                    <a:lumMod val="75000"/>
                  </a:schemeClr>
                </a:solidFill>
              </a:rPr>
              <a:t>10.0.0.0/16</a:t>
            </a:r>
          </a:p>
        </p:txBody>
      </p:sp>
      <p:sp>
        <p:nvSpPr>
          <p:cNvPr id="175" name="TextBox 174">
            <a:extLst>
              <a:ext uri="{FF2B5EF4-FFF2-40B4-BE49-F238E27FC236}">
                <a16:creationId xmlns:a16="http://schemas.microsoft.com/office/drawing/2014/main" id="{0E0A0156-164F-9383-40F1-4FD3857A26E2}"/>
              </a:ext>
            </a:extLst>
          </p:cNvPr>
          <p:cNvSpPr txBox="1"/>
          <p:nvPr/>
        </p:nvSpPr>
        <p:spPr>
          <a:xfrm>
            <a:off x="7065953" y="2229589"/>
            <a:ext cx="103130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10.0.0.8</a:t>
            </a:r>
          </a:p>
        </p:txBody>
      </p:sp>
      <p:pic>
        <p:nvPicPr>
          <p:cNvPr id="176" name="Picture 175">
            <a:extLst>
              <a:ext uri="{FF2B5EF4-FFF2-40B4-BE49-F238E27FC236}">
                <a16:creationId xmlns:a16="http://schemas.microsoft.com/office/drawing/2014/main" id="{473B9766-69A9-F7AB-CB33-5F26A1140D82}"/>
              </a:ext>
            </a:extLst>
          </p:cNvPr>
          <p:cNvPicPr>
            <a:picLocks noChangeAspect="1"/>
          </p:cNvPicPr>
          <p:nvPr/>
        </p:nvPicPr>
        <p:blipFill>
          <a:blip r:embed="rId13"/>
          <a:stretch>
            <a:fillRect/>
          </a:stretch>
        </p:blipFill>
        <p:spPr>
          <a:xfrm>
            <a:off x="7628065" y="2038898"/>
            <a:ext cx="238753" cy="226816"/>
          </a:xfrm>
          <a:prstGeom prst="rect">
            <a:avLst/>
          </a:prstGeom>
        </p:spPr>
      </p:pic>
      <p:pic>
        <p:nvPicPr>
          <p:cNvPr id="181" name="Graphic 180">
            <a:extLst>
              <a:ext uri="{FF2B5EF4-FFF2-40B4-BE49-F238E27FC236}">
                <a16:creationId xmlns:a16="http://schemas.microsoft.com/office/drawing/2014/main" id="{F36983C9-EF68-1270-3005-430E51B58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09127" y="2087947"/>
            <a:ext cx="213757" cy="213757"/>
          </a:xfrm>
          <a:prstGeom prst="rect">
            <a:avLst/>
          </a:prstGeom>
        </p:spPr>
      </p:pic>
      <p:pic>
        <p:nvPicPr>
          <p:cNvPr id="184" name="Graphic 183">
            <a:extLst>
              <a:ext uri="{FF2B5EF4-FFF2-40B4-BE49-F238E27FC236}">
                <a16:creationId xmlns:a16="http://schemas.microsoft.com/office/drawing/2014/main" id="{D71D9563-D9B1-B377-DBAE-D7D46B393DC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59005" y="2086461"/>
            <a:ext cx="221246" cy="221246"/>
          </a:xfrm>
          <a:prstGeom prst="rect">
            <a:avLst/>
          </a:prstGeom>
        </p:spPr>
      </p:pic>
      <p:sp>
        <p:nvSpPr>
          <p:cNvPr id="188" name="TextBox 187">
            <a:extLst>
              <a:ext uri="{FF2B5EF4-FFF2-40B4-BE49-F238E27FC236}">
                <a16:creationId xmlns:a16="http://schemas.microsoft.com/office/drawing/2014/main" id="{11068EF1-E379-166D-3CE2-A1DD579E167C}"/>
              </a:ext>
            </a:extLst>
          </p:cNvPr>
          <p:cNvSpPr txBox="1"/>
          <p:nvPr/>
        </p:nvSpPr>
        <p:spPr>
          <a:xfrm>
            <a:off x="7292938" y="2757218"/>
            <a:ext cx="8855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Blob</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10.0.0.9</a:t>
            </a:r>
          </a:p>
        </p:txBody>
      </p:sp>
      <p:pic>
        <p:nvPicPr>
          <p:cNvPr id="189" name="Picture 188">
            <a:extLst>
              <a:ext uri="{FF2B5EF4-FFF2-40B4-BE49-F238E27FC236}">
                <a16:creationId xmlns:a16="http://schemas.microsoft.com/office/drawing/2014/main" id="{EB78D75E-5321-4B4C-82D6-EFC1C1E0EF38}"/>
              </a:ext>
            </a:extLst>
          </p:cNvPr>
          <p:cNvPicPr>
            <a:picLocks noChangeAspect="1"/>
          </p:cNvPicPr>
          <p:nvPr/>
        </p:nvPicPr>
        <p:blipFill>
          <a:blip r:embed="rId13"/>
          <a:stretch>
            <a:fillRect/>
          </a:stretch>
        </p:blipFill>
        <p:spPr>
          <a:xfrm>
            <a:off x="7611508" y="2519095"/>
            <a:ext cx="238753" cy="226816"/>
          </a:xfrm>
          <a:prstGeom prst="rect">
            <a:avLst/>
          </a:prstGeom>
        </p:spPr>
      </p:pic>
      <p:pic>
        <p:nvPicPr>
          <p:cNvPr id="193" name="Graphic 192">
            <a:extLst>
              <a:ext uri="{FF2B5EF4-FFF2-40B4-BE49-F238E27FC236}">
                <a16:creationId xmlns:a16="http://schemas.microsoft.com/office/drawing/2014/main" id="{708F5BEA-86A1-55FD-962F-1CCDF47030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92570" y="2568144"/>
            <a:ext cx="213757" cy="213757"/>
          </a:xfrm>
          <a:prstGeom prst="rect">
            <a:avLst/>
          </a:prstGeom>
        </p:spPr>
      </p:pic>
      <p:pic>
        <p:nvPicPr>
          <p:cNvPr id="194" name="Graphic 193">
            <a:extLst>
              <a:ext uri="{FF2B5EF4-FFF2-40B4-BE49-F238E27FC236}">
                <a16:creationId xmlns:a16="http://schemas.microsoft.com/office/drawing/2014/main" id="{1376A65E-FD5D-8AFA-5C70-80712A31A30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42448" y="2566658"/>
            <a:ext cx="221246" cy="221246"/>
          </a:xfrm>
          <a:prstGeom prst="rect">
            <a:avLst/>
          </a:prstGeom>
        </p:spPr>
      </p:pic>
      <p:sp>
        <p:nvSpPr>
          <p:cNvPr id="195" name="TextBox 194">
            <a:extLst>
              <a:ext uri="{FF2B5EF4-FFF2-40B4-BE49-F238E27FC236}">
                <a16:creationId xmlns:a16="http://schemas.microsoft.com/office/drawing/2014/main" id="{336563AA-459E-2C89-668D-EA8818E0A646}"/>
              </a:ext>
            </a:extLst>
          </p:cNvPr>
          <p:cNvSpPr txBox="1"/>
          <p:nvPr/>
        </p:nvSpPr>
        <p:spPr>
          <a:xfrm>
            <a:off x="7216990" y="3315149"/>
            <a:ext cx="10965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10.0.0.7</a:t>
            </a:r>
          </a:p>
        </p:txBody>
      </p:sp>
      <p:pic>
        <p:nvPicPr>
          <p:cNvPr id="196" name="Picture 195">
            <a:extLst>
              <a:ext uri="{FF2B5EF4-FFF2-40B4-BE49-F238E27FC236}">
                <a16:creationId xmlns:a16="http://schemas.microsoft.com/office/drawing/2014/main" id="{39EFD0DC-4CD6-3095-7ADC-52E5B2813EAC}"/>
              </a:ext>
            </a:extLst>
          </p:cNvPr>
          <p:cNvPicPr>
            <a:picLocks noChangeAspect="1"/>
          </p:cNvPicPr>
          <p:nvPr/>
        </p:nvPicPr>
        <p:blipFill>
          <a:blip r:embed="rId13"/>
          <a:stretch>
            <a:fillRect/>
          </a:stretch>
        </p:blipFill>
        <p:spPr>
          <a:xfrm>
            <a:off x="7645902" y="3069371"/>
            <a:ext cx="238753" cy="226816"/>
          </a:xfrm>
          <a:prstGeom prst="rect">
            <a:avLst/>
          </a:prstGeom>
        </p:spPr>
      </p:pic>
      <p:pic>
        <p:nvPicPr>
          <p:cNvPr id="198" name="Graphic 197">
            <a:extLst>
              <a:ext uri="{FF2B5EF4-FFF2-40B4-BE49-F238E27FC236}">
                <a16:creationId xmlns:a16="http://schemas.microsoft.com/office/drawing/2014/main" id="{042EE654-99F0-42CC-8510-F8FFD4EBCD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26964" y="3118420"/>
            <a:ext cx="213757" cy="213757"/>
          </a:xfrm>
          <a:prstGeom prst="rect">
            <a:avLst/>
          </a:prstGeom>
        </p:spPr>
      </p:pic>
      <p:pic>
        <p:nvPicPr>
          <p:cNvPr id="199" name="Graphic 198">
            <a:extLst>
              <a:ext uri="{FF2B5EF4-FFF2-40B4-BE49-F238E27FC236}">
                <a16:creationId xmlns:a16="http://schemas.microsoft.com/office/drawing/2014/main" id="{926DD327-780E-E28A-5509-F133541427F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76842" y="3116934"/>
            <a:ext cx="221246" cy="221246"/>
          </a:xfrm>
          <a:prstGeom prst="rect">
            <a:avLst/>
          </a:prstGeom>
        </p:spPr>
      </p:pic>
      <p:pic>
        <p:nvPicPr>
          <p:cNvPr id="201" name="Picture 200">
            <a:extLst>
              <a:ext uri="{FF2B5EF4-FFF2-40B4-BE49-F238E27FC236}">
                <a16:creationId xmlns:a16="http://schemas.microsoft.com/office/drawing/2014/main" id="{A7AF1F48-DECB-7DDC-07EF-1DD56BE29983}"/>
              </a:ext>
            </a:extLst>
          </p:cNvPr>
          <p:cNvPicPr>
            <a:picLocks noChangeAspect="1"/>
          </p:cNvPicPr>
          <p:nvPr/>
        </p:nvPicPr>
        <p:blipFill>
          <a:blip r:embed="rId13"/>
          <a:stretch>
            <a:fillRect/>
          </a:stretch>
        </p:blipFill>
        <p:spPr>
          <a:xfrm>
            <a:off x="7621860" y="4241889"/>
            <a:ext cx="238753" cy="226816"/>
          </a:xfrm>
          <a:prstGeom prst="rect">
            <a:avLst/>
          </a:prstGeom>
        </p:spPr>
      </p:pic>
      <p:pic>
        <p:nvPicPr>
          <p:cNvPr id="202" name="Graphic 201">
            <a:extLst>
              <a:ext uri="{FF2B5EF4-FFF2-40B4-BE49-F238E27FC236}">
                <a16:creationId xmlns:a16="http://schemas.microsoft.com/office/drawing/2014/main" id="{C325F171-77F5-C6A4-6902-0DB721E8FF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02922" y="4290938"/>
            <a:ext cx="213757" cy="213757"/>
          </a:xfrm>
          <a:prstGeom prst="rect">
            <a:avLst/>
          </a:prstGeom>
        </p:spPr>
      </p:pic>
      <p:pic>
        <p:nvPicPr>
          <p:cNvPr id="203" name="Graphic 202">
            <a:extLst>
              <a:ext uri="{FF2B5EF4-FFF2-40B4-BE49-F238E27FC236}">
                <a16:creationId xmlns:a16="http://schemas.microsoft.com/office/drawing/2014/main" id="{26483A51-ED74-391E-A7A3-79745085370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52800" y="4289452"/>
            <a:ext cx="221246" cy="221246"/>
          </a:xfrm>
          <a:prstGeom prst="rect">
            <a:avLst/>
          </a:prstGeom>
        </p:spPr>
      </p:pic>
      <p:sp>
        <p:nvSpPr>
          <p:cNvPr id="204" name="Rectangle 203">
            <a:extLst>
              <a:ext uri="{FF2B5EF4-FFF2-40B4-BE49-F238E27FC236}">
                <a16:creationId xmlns:a16="http://schemas.microsoft.com/office/drawing/2014/main" id="{C35CF51B-9D1D-391F-D8DB-2FA6DAE21B87}"/>
              </a:ext>
            </a:extLst>
          </p:cNvPr>
          <p:cNvSpPr/>
          <p:nvPr/>
        </p:nvSpPr>
        <p:spPr>
          <a:xfrm>
            <a:off x="5709373" y="3558267"/>
            <a:ext cx="1220773" cy="132774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0" name="TextBox 209">
            <a:extLst>
              <a:ext uri="{FF2B5EF4-FFF2-40B4-BE49-F238E27FC236}">
                <a16:creationId xmlns:a16="http://schemas.microsoft.com/office/drawing/2014/main" id="{14B6497E-A604-6A8D-8575-7C26E8EF4A12}"/>
              </a:ext>
            </a:extLst>
          </p:cNvPr>
          <p:cNvSpPr txBox="1"/>
          <p:nvPr/>
        </p:nvSpPr>
        <p:spPr>
          <a:xfrm>
            <a:off x="7439718" y="4440943"/>
            <a:ext cx="68405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10.0.0.4</a:t>
            </a:r>
          </a:p>
        </p:txBody>
      </p:sp>
      <p:sp>
        <p:nvSpPr>
          <p:cNvPr id="211" name="Rectangle 210">
            <a:extLst>
              <a:ext uri="{FF2B5EF4-FFF2-40B4-BE49-F238E27FC236}">
                <a16:creationId xmlns:a16="http://schemas.microsoft.com/office/drawing/2014/main" id="{19EFA14A-A8BF-0784-31EF-859748A7D078}"/>
              </a:ext>
            </a:extLst>
          </p:cNvPr>
          <p:cNvSpPr/>
          <p:nvPr/>
        </p:nvSpPr>
        <p:spPr>
          <a:xfrm>
            <a:off x="5701372" y="2581864"/>
            <a:ext cx="1115093" cy="40572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2" name="TextBox 211">
            <a:extLst>
              <a:ext uri="{FF2B5EF4-FFF2-40B4-BE49-F238E27FC236}">
                <a16:creationId xmlns:a16="http://schemas.microsoft.com/office/drawing/2014/main" id="{0223BF1B-9E6D-9081-25BD-7B4920EE87B6}"/>
              </a:ext>
            </a:extLst>
          </p:cNvPr>
          <p:cNvSpPr txBox="1"/>
          <p:nvPr/>
        </p:nvSpPr>
        <p:spPr>
          <a:xfrm>
            <a:off x="5648167" y="2581863"/>
            <a:ext cx="1115092" cy="338554"/>
          </a:xfrm>
          <a:prstGeom prst="rect">
            <a:avLst/>
          </a:prstGeom>
          <a:noFill/>
        </p:spPr>
        <p:txBody>
          <a:bodyPr wrap="square" rtlCol="0">
            <a:spAutoFit/>
          </a:bodyPr>
          <a:lstStyle/>
          <a:p>
            <a:r>
              <a:rPr lang="en-US" sz="800" dirty="0">
                <a:solidFill>
                  <a:schemeClr val="accent1">
                    <a:lumMod val="75000"/>
                  </a:schemeClr>
                </a:solidFill>
              </a:rPr>
              <a:t>DNS Delegation</a:t>
            </a:r>
          </a:p>
          <a:p>
            <a:r>
              <a:rPr lang="en-US" sz="800" dirty="0">
                <a:solidFill>
                  <a:schemeClr val="accent1">
                    <a:lumMod val="75000"/>
                  </a:schemeClr>
                </a:solidFill>
              </a:rPr>
              <a:t>Subnet</a:t>
            </a:r>
          </a:p>
        </p:txBody>
      </p:sp>
      <p:sp>
        <p:nvSpPr>
          <p:cNvPr id="213" name="TextBox 212">
            <a:extLst>
              <a:ext uri="{FF2B5EF4-FFF2-40B4-BE49-F238E27FC236}">
                <a16:creationId xmlns:a16="http://schemas.microsoft.com/office/drawing/2014/main" id="{7885C043-3944-6F20-A91F-925EA9E12B6D}"/>
              </a:ext>
            </a:extLst>
          </p:cNvPr>
          <p:cNvSpPr txBox="1"/>
          <p:nvPr/>
        </p:nvSpPr>
        <p:spPr>
          <a:xfrm>
            <a:off x="6168087" y="2794835"/>
            <a:ext cx="759982" cy="215444"/>
          </a:xfrm>
          <a:prstGeom prst="rect">
            <a:avLst/>
          </a:prstGeom>
          <a:noFill/>
        </p:spPr>
        <p:txBody>
          <a:bodyPr wrap="square" rtlCol="0">
            <a:spAutoFit/>
          </a:bodyPr>
          <a:lstStyle/>
          <a:p>
            <a:r>
              <a:rPr lang="en-US" sz="800" dirty="0">
                <a:solidFill>
                  <a:schemeClr val="accent1">
                    <a:lumMod val="75000"/>
                  </a:schemeClr>
                </a:solidFill>
              </a:rPr>
              <a:t>10.0.2.0/24</a:t>
            </a:r>
          </a:p>
        </p:txBody>
      </p:sp>
      <p:cxnSp>
        <p:nvCxnSpPr>
          <p:cNvPr id="214" name="Straight Connector 213">
            <a:extLst>
              <a:ext uri="{FF2B5EF4-FFF2-40B4-BE49-F238E27FC236}">
                <a16:creationId xmlns:a16="http://schemas.microsoft.com/office/drawing/2014/main" id="{7A3D6938-0360-261A-DE59-12036BC6EF33}"/>
              </a:ext>
            </a:extLst>
          </p:cNvPr>
          <p:cNvCxnSpPr>
            <a:cxnSpLocks/>
            <a:stCxn id="286" idx="3"/>
          </p:cNvCxnSpPr>
          <p:nvPr/>
        </p:nvCxnSpPr>
        <p:spPr>
          <a:xfrm>
            <a:off x="5332660" y="3170548"/>
            <a:ext cx="377681" cy="779"/>
          </a:xfrm>
          <a:prstGeom prst="line">
            <a:avLst/>
          </a:prstGeom>
          <a:ln>
            <a:solidFill>
              <a:schemeClr val="tx1"/>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5" name="Rectangle 214">
            <a:extLst>
              <a:ext uri="{FF2B5EF4-FFF2-40B4-BE49-F238E27FC236}">
                <a16:creationId xmlns:a16="http://schemas.microsoft.com/office/drawing/2014/main" id="{BBA14A7A-6B47-68E8-03B3-91901D530607}"/>
              </a:ext>
            </a:extLst>
          </p:cNvPr>
          <p:cNvSpPr/>
          <p:nvPr/>
        </p:nvSpPr>
        <p:spPr>
          <a:xfrm>
            <a:off x="5708134" y="3035360"/>
            <a:ext cx="1115093" cy="396573"/>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6" name="TextBox 215">
            <a:extLst>
              <a:ext uri="{FF2B5EF4-FFF2-40B4-BE49-F238E27FC236}">
                <a16:creationId xmlns:a16="http://schemas.microsoft.com/office/drawing/2014/main" id="{1236B843-3BF4-58AE-3CA7-373DF072DA61}"/>
              </a:ext>
            </a:extLst>
          </p:cNvPr>
          <p:cNvSpPr txBox="1"/>
          <p:nvPr/>
        </p:nvSpPr>
        <p:spPr>
          <a:xfrm>
            <a:off x="6174849" y="3231898"/>
            <a:ext cx="759982" cy="215444"/>
          </a:xfrm>
          <a:prstGeom prst="rect">
            <a:avLst/>
          </a:prstGeom>
          <a:noFill/>
        </p:spPr>
        <p:txBody>
          <a:bodyPr wrap="square" rtlCol="0">
            <a:spAutoFit/>
          </a:bodyPr>
          <a:lstStyle/>
          <a:p>
            <a:r>
              <a:rPr lang="en-US" sz="800" dirty="0">
                <a:solidFill>
                  <a:schemeClr val="accent1">
                    <a:lumMod val="75000"/>
                  </a:schemeClr>
                </a:solidFill>
              </a:rPr>
              <a:t>10.0.1.0/24</a:t>
            </a:r>
          </a:p>
        </p:txBody>
      </p:sp>
      <p:sp>
        <p:nvSpPr>
          <p:cNvPr id="217" name="TextBox 216">
            <a:extLst>
              <a:ext uri="{FF2B5EF4-FFF2-40B4-BE49-F238E27FC236}">
                <a16:creationId xmlns:a16="http://schemas.microsoft.com/office/drawing/2014/main" id="{30929DE1-DB34-1527-2FB2-14081237224C}"/>
              </a:ext>
            </a:extLst>
          </p:cNvPr>
          <p:cNvSpPr txBox="1"/>
          <p:nvPr/>
        </p:nvSpPr>
        <p:spPr>
          <a:xfrm>
            <a:off x="5658935" y="3019715"/>
            <a:ext cx="1115092" cy="215444"/>
          </a:xfrm>
          <a:prstGeom prst="rect">
            <a:avLst/>
          </a:prstGeom>
          <a:noFill/>
        </p:spPr>
        <p:txBody>
          <a:bodyPr wrap="square" rtlCol="0">
            <a:spAutoFit/>
          </a:bodyPr>
          <a:lstStyle/>
          <a:p>
            <a:r>
              <a:rPr lang="en-US" sz="800" dirty="0">
                <a:solidFill>
                  <a:schemeClr val="accent1">
                    <a:lumMod val="75000"/>
                  </a:schemeClr>
                </a:solidFill>
              </a:rPr>
              <a:t>VPN Gateway</a:t>
            </a:r>
          </a:p>
        </p:txBody>
      </p:sp>
      <p:sp>
        <p:nvSpPr>
          <p:cNvPr id="218" name="Rectangle 217">
            <a:extLst>
              <a:ext uri="{FF2B5EF4-FFF2-40B4-BE49-F238E27FC236}">
                <a16:creationId xmlns:a16="http://schemas.microsoft.com/office/drawing/2014/main" id="{9AF27AFA-EAFF-5C76-E159-CF1E56C26B9B}"/>
              </a:ext>
            </a:extLst>
          </p:cNvPr>
          <p:cNvSpPr/>
          <p:nvPr/>
        </p:nvSpPr>
        <p:spPr>
          <a:xfrm>
            <a:off x="5701372" y="2094183"/>
            <a:ext cx="1115093" cy="428977"/>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9" name="TextBox 218">
            <a:extLst>
              <a:ext uri="{FF2B5EF4-FFF2-40B4-BE49-F238E27FC236}">
                <a16:creationId xmlns:a16="http://schemas.microsoft.com/office/drawing/2014/main" id="{CE2EBDFB-6EFF-2C41-63EB-2AADA9EBA956}"/>
              </a:ext>
            </a:extLst>
          </p:cNvPr>
          <p:cNvSpPr txBox="1"/>
          <p:nvPr/>
        </p:nvSpPr>
        <p:spPr>
          <a:xfrm>
            <a:off x="5648167" y="2094183"/>
            <a:ext cx="1115092" cy="338554"/>
          </a:xfrm>
          <a:prstGeom prst="rect">
            <a:avLst/>
          </a:prstGeom>
          <a:noFill/>
        </p:spPr>
        <p:txBody>
          <a:bodyPr wrap="square" rtlCol="0">
            <a:spAutoFit/>
          </a:bodyPr>
          <a:lstStyle/>
          <a:p>
            <a:r>
              <a:rPr lang="en-US" sz="800" dirty="0">
                <a:solidFill>
                  <a:schemeClr val="accent1">
                    <a:lumMod val="75000"/>
                  </a:schemeClr>
                </a:solidFill>
              </a:rPr>
              <a:t>agent</a:t>
            </a:r>
          </a:p>
          <a:p>
            <a:r>
              <a:rPr lang="en-US" sz="800" dirty="0">
                <a:solidFill>
                  <a:schemeClr val="accent1">
                    <a:lumMod val="75000"/>
                  </a:schemeClr>
                </a:solidFill>
              </a:rPr>
              <a:t>Subnet</a:t>
            </a:r>
          </a:p>
        </p:txBody>
      </p:sp>
      <p:sp>
        <p:nvSpPr>
          <p:cNvPr id="220" name="TextBox 219">
            <a:extLst>
              <a:ext uri="{FF2B5EF4-FFF2-40B4-BE49-F238E27FC236}">
                <a16:creationId xmlns:a16="http://schemas.microsoft.com/office/drawing/2014/main" id="{9998E1D5-A9C2-1B8F-64AC-3BAA14D0BAF0}"/>
              </a:ext>
            </a:extLst>
          </p:cNvPr>
          <p:cNvSpPr txBox="1"/>
          <p:nvPr/>
        </p:nvSpPr>
        <p:spPr>
          <a:xfrm>
            <a:off x="6168087" y="2307155"/>
            <a:ext cx="759982" cy="215444"/>
          </a:xfrm>
          <a:prstGeom prst="rect">
            <a:avLst/>
          </a:prstGeom>
          <a:noFill/>
        </p:spPr>
        <p:txBody>
          <a:bodyPr wrap="square" rtlCol="0">
            <a:spAutoFit/>
          </a:bodyPr>
          <a:lstStyle/>
          <a:p>
            <a:r>
              <a:rPr lang="en-US" sz="800" dirty="0">
                <a:solidFill>
                  <a:schemeClr val="accent1">
                    <a:lumMod val="75000"/>
                  </a:schemeClr>
                </a:solidFill>
              </a:rPr>
              <a:t>10.0.3.0/24</a:t>
            </a:r>
          </a:p>
        </p:txBody>
      </p:sp>
      <p:pic>
        <p:nvPicPr>
          <p:cNvPr id="221" name="Picture 220">
            <a:extLst>
              <a:ext uri="{FF2B5EF4-FFF2-40B4-BE49-F238E27FC236}">
                <a16:creationId xmlns:a16="http://schemas.microsoft.com/office/drawing/2014/main" id="{71A33423-1169-B8E9-3430-7034CC4AF3C3}"/>
              </a:ext>
            </a:extLst>
          </p:cNvPr>
          <p:cNvPicPr>
            <a:picLocks noChangeAspect="1"/>
          </p:cNvPicPr>
          <p:nvPr/>
        </p:nvPicPr>
        <p:blipFill>
          <a:blip r:embed="rId16"/>
          <a:stretch>
            <a:fillRect/>
          </a:stretch>
        </p:blipFill>
        <p:spPr>
          <a:xfrm>
            <a:off x="6873936" y="3556885"/>
            <a:ext cx="233993" cy="1329121"/>
          </a:xfrm>
          <a:prstGeom prst="rect">
            <a:avLst/>
          </a:prstGeom>
        </p:spPr>
      </p:pic>
      <p:pic>
        <p:nvPicPr>
          <p:cNvPr id="228" name="Graphic 227">
            <a:extLst>
              <a:ext uri="{FF2B5EF4-FFF2-40B4-BE49-F238E27FC236}">
                <a16:creationId xmlns:a16="http://schemas.microsoft.com/office/drawing/2014/main" id="{56C74454-BE2F-3E94-1DC6-31614A23635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037080" y="3398358"/>
            <a:ext cx="1503969" cy="1503969"/>
          </a:xfrm>
          <a:prstGeom prst="rect">
            <a:avLst/>
          </a:prstGeom>
        </p:spPr>
      </p:pic>
      <p:pic>
        <p:nvPicPr>
          <p:cNvPr id="229" name="Graphic 228">
            <a:extLst>
              <a:ext uri="{FF2B5EF4-FFF2-40B4-BE49-F238E27FC236}">
                <a16:creationId xmlns:a16="http://schemas.microsoft.com/office/drawing/2014/main" id="{FE3B0940-5C17-26F8-F738-38976D3EACB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991061" y="1656736"/>
            <a:ext cx="271495" cy="271495"/>
          </a:xfrm>
          <a:prstGeom prst="rect">
            <a:avLst/>
          </a:prstGeom>
        </p:spPr>
      </p:pic>
      <p:pic>
        <p:nvPicPr>
          <p:cNvPr id="235" name="Picture 234">
            <a:extLst>
              <a:ext uri="{FF2B5EF4-FFF2-40B4-BE49-F238E27FC236}">
                <a16:creationId xmlns:a16="http://schemas.microsoft.com/office/drawing/2014/main" id="{A4D10887-83B5-76B1-D0EA-FF5FBDA2EABD}"/>
              </a:ext>
            </a:extLst>
          </p:cNvPr>
          <p:cNvPicPr>
            <a:picLocks noChangeAspect="1"/>
          </p:cNvPicPr>
          <p:nvPr/>
        </p:nvPicPr>
        <p:blipFill>
          <a:blip r:embed="rId13"/>
          <a:stretch>
            <a:fillRect/>
          </a:stretch>
        </p:blipFill>
        <p:spPr>
          <a:xfrm>
            <a:off x="7619193" y="3645388"/>
            <a:ext cx="238753" cy="226816"/>
          </a:xfrm>
          <a:prstGeom prst="rect">
            <a:avLst/>
          </a:prstGeom>
        </p:spPr>
      </p:pic>
      <p:pic>
        <p:nvPicPr>
          <p:cNvPr id="236" name="Graphic 235">
            <a:extLst>
              <a:ext uri="{FF2B5EF4-FFF2-40B4-BE49-F238E27FC236}">
                <a16:creationId xmlns:a16="http://schemas.microsoft.com/office/drawing/2014/main" id="{8C63D728-BE1E-7946-61E8-687706212A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00255" y="3694437"/>
            <a:ext cx="213757" cy="213757"/>
          </a:xfrm>
          <a:prstGeom prst="rect">
            <a:avLst/>
          </a:prstGeom>
        </p:spPr>
      </p:pic>
      <p:pic>
        <p:nvPicPr>
          <p:cNvPr id="245" name="Graphic 244">
            <a:extLst>
              <a:ext uri="{FF2B5EF4-FFF2-40B4-BE49-F238E27FC236}">
                <a16:creationId xmlns:a16="http://schemas.microsoft.com/office/drawing/2014/main" id="{F5F34357-E663-4072-D0A0-691BA50D236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50133" y="3692951"/>
            <a:ext cx="221246" cy="221246"/>
          </a:xfrm>
          <a:prstGeom prst="rect">
            <a:avLst/>
          </a:prstGeom>
        </p:spPr>
      </p:pic>
      <p:sp>
        <p:nvSpPr>
          <p:cNvPr id="246" name="TextBox 245">
            <a:extLst>
              <a:ext uri="{FF2B5EF4-FFF2-40B4-BE49-F238E27FC236}">
                <a16:creationId xmlns:a16="http://schemas.microsoft.com/office/drawing/2014/main" id="{5535A147-CB61-A1FA-2221-741C6FEE6313}"/>
              </a:ext>
            </a:extLst>
          </p:cNvPr>
          <p:cNvSpPr txBox="1"/>
          <p:nvPr/>
        </p:nvSpPr>
        <p:spPr>
          <a:xfrm>
            <a:off x="7145325" y="3834234"/>
            <a:ext cx="109657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Machine Learning</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10.0.0.12</a:t>
            </a:r>
          </a:p>
        </p:txBody>
      </p:sp>
      <p:pic>
        <p:nvPicPr>
          <p:cNvPr id="286" name="Graphic 285">
            <a:extLst>
              <a:ext uri="{FF2B5EF4-FFF2-40B4-BE49-F238E27FC236}">
                <a16:creationId xmlns:a16="http://schemas.microsoft.com/office/drawing/2014/main" id="{83A23F98-4248-A154-E88A-9FC153282E8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60726" y="3034581"/>
            <a:ext cx="271934" cy="271934"/>
          </a:xfrm>
          <a:prstGeom prst="rect">
            <a:avLst/>
          </a:prstGeom>
        </p:spPr>
      </p:pic>
      <p:pic>
        <p:nvPicPr>
          <p:cNvPr id="287" name="Graphic 286">
            <a:extLst>
              <a:ext uri="{FF2B5EF4-FFF2-40B4-BE49-F238E27FC236}">
                <a16:creationId xmlns:a16="http://schemas.microsoft.com/office/drawing/2014/main" id="{6849640F-496B-0EF0-B4F4-0C633CE508B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868603" y="3520859"/>
            <a:ext cx="257701" cy="257701"/>
          </a:xfrm>
          <a:prstGeom prst="rect">
            <a:avLst/>
          </a:prstGeom>
        </p:spPr>
      </p:pic>
      <p:cxnSp>
        <p:nvCxnSpPr>
          <p:cNvPr id="288" name="Straight Connector 287">
            <a:extLst>
              <a:ext uri="{FF2B5EF4-FFF2-40B4-BE49-F238E27FC236}">
                <a16:creationId xmlns:a16="http://schemas.microsoft.com/office/drawing/2014/main" id="{A8D694BF-1EDA-1FFE-BF35-1228049DF0ED}"/>
              </a:ext>
            </a:extLst>
          </p:cNvPr>
          <p:cNvCxnSpPr>
            <a:cxnSpLocks/>
            <a:stCxn id="286" idx="1"/>
            <a:endCxn id="287" idx="3"/>
          </p:cNvCxnSpPr>
          <p:nvPr/>
        </p:nvCxnSpPr>
        <p:spPr>
          <a:xfrm flipH="1">
            <a:off x="2126304" y="3170548"/>
            <a:ext cx="2934422" cy="479162"/>
          </a:xfrm>
          <a:prstGeom prst="line">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9" name="Connector: Elbow 288">
            <a:extLst>
              <a:ext uri="{FF2B5EF4-FFF2-40B4-BE49-F238E27FC236}">
                <a16:creationId xmlns:a16="http://schemas.microsoft.com/office/drawing/2014/main" id="{96A5B4FF-F6CF-3DF1-A4DC-D863CF5ABB27}"/>
              </a:ext>
            </a:extLst>
          </p:cNvPr>
          <p:cNvCxnSpPr>
            <a:cxnSpLocks/>
          </p:cNvCxnSpPr>
          <p:nvPr/>
        </p:nvCxnSpPr>
        <p:spPr>
          <a:xfrm rot="10800000" flipV="1">
            <a:off x="781051" y="3649709"/>
            <a:ext cx="1076325" cy="401485"/>
          </a:xfrm>
          <a:prstGeom prst="bentConnector3">
            <a:avLst>
              <a:gd name="adj1" fmla="val 99558"/>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0" name="TextBox 289">
            <a:extLst>
              <a:ext uri="{FF2B5EF4-FFF2-40B4-BE49-F238E27FC236}">
                <a16:creationId xmlns:a16="http://schemas.microsoft.com/office/drawing/2014/main" id="{6B037898-A55F-E5F7-B7E1-3C34269192F9}"/>
              </a:ext>
            </a:extLst>
          </p:cNvPr>
          <p:cNvSpPr txBox="1"/>
          <p:nvPr/>
        </p:nvSpPr>
        <p:spPr>
          <a:xfrm>
            <a:off x="1529405" y="3722747"/>
            <a:ext cx="8152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VPN Gateway</a:t>
            </a:r>
            <a:b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IP </a:t>
            </a:r>
            <a:r>
              <a:rPr kumimoji="0" lang="fr-FR" sz="800" b="0" i="0" u="none" strike="noStrike" kern="1200" cap="none" spc="0" normalizeH="0" baseline="0" noProof="0" dirty="0" err="1">
                <a:ln>
                  <a:noFill/>
                </a:ln>
                <a:solidFill>
                  <a:prstClr val="black"/>
                </a:solidFill>
                <a:effectLst/>
                <a:uLnTx/>
                <a:uFillTx/>
                <a:latin typeface="Calibri" panose="020F0502020204030204"/>
                <a:ea typeface="+mn-ea"/>
                <a:cs typeface="+mn-cs"/>
              </a:rPr>
              <a:t>address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6" name="Picture 305">
            <a:extLst>
              <a:ext uri="{FF2B5EF4-FFF2-40B4-BE49-F238E27FC236}">
                <a16:creationId xmlns:a16="http://schemas.microsoft.com/office/drawing/2014/main" id="{0111F2AB-5DEF-A0C5-BC5A-A4902AECD3B0}"/>
              </a:ext>
            </a:extLst>
          </p:cNvPr>
          <p:cNvPicPr>
            <a:picLocks noChangeAspect="1"/>
          </p:cNvPicPr>
          <p:nvPr/>
        </p:nvPicPr>
        <p:blipFill>
          <a:blip r:embed="rId21"/>
          <a:stretch>
            <a:fillRect/>
          </a:stretch>
        </p:blipFill>
        <p:spPr>
          <a:xfrm>
            <a:off x="8478997" y="3787937"/>
            <a:ext cx="199815" cy="199815"/>
          </a:xfrm>
          <a:prstGeom prst="rect">
            <a:avLst/>
          </a:prstGeom>
        </p:spPr>
      </p:pic>
      <p:pic>
        <p:nvPicPr>
          <p:cNvPr id="307" name="Picture 306">
            <a:extLst>
              <a:ext uri="{FF2B5EF4-FFF2-40B4-BE49-F238E27FC236}">
                <a16:creationId xmlns:a16="http://schemas.microsoft.com/office/drawing/2014/main" id="{783FC355-1AB9-E8A5-AE78-7CC8225F6531}"/>
              </a:ext>
            </a:extLst>
          </p:cNvPr>
          <p:cNvPicPr>
            <a:picLocks noChangeAspect="1"/>
          </p:cNvPicPr>
          <p:nvPr/>
        </p:nvPicPr>
        <p:blipFill>
          <a:blip r:embed="rId21"/>
          <a:stretch>
            <a:fillRect/>
          </a:stretch>
        </p:blipFill>
        <p:spPr>
          <a:xfrm>
            <a:off x="8472793" y="4457803"/>
            <a:ext cx="199815" cy="199815"/>
          </a:xfrm>
          <a:prstGeom prst="rect">
            <a:avLst/>
          </a:prstGeom>
        </p:spPr>
      </p:pic>
      <p:pic>
        <p:nvPicPr>
          <p:cNvPr id="308" name="Picture 307">
            <a:extLst>
              <a:ext uri="{FF2B5EF4-FFF2-40B4-BE49-F238E27FC236}">
                <a16:creationId xmlns:a16="http://schemas.microsoft.com/office/drawing/2014/main" id="{AB9825D2-10E9-6065-6636-0CB1A7C7DD03}"/>
              </a:ext>
            </a:extLst>
          </p:cNvPr>
          <p:cNvPicPr>
            <a:picLocks noChangeAspect="1"/>
          </p:cNvPicPr>
          <p:nvPr/>
        </p:nvPicPr>
        <p:blipFill>
          <a:blip r:embed="rId21"/>
          <a:stretch>
            <a:fillRect/>
          </a:stretch>
        </p:blipFill>
        <p:spPr>
          <a:xfrm>
            <a:off x="8464250" y="3178107"/>
            <a:ext cx="199815" cy="199815"/>
          </a:xfrm>
          <a:prstGeom prst="rect">
            <a:avLst/>
          </a:prstGeom>
        </p:spPr>
      </p:pic>
      <p:pic>
        <p:nvPicPr>
          <p:cNvPr id="309" name="Picture 308">
            <a:extLst>
              <a:ext uri="{FF2B5EF4-FFF2-40B4-BE49-F238E27FC236}">
                <a16:creationId xmlns:a16="http://schemas.microsoft.com/office/drawing/2014/main" id="{0414DEF9-8BBA-BD10-E73E-DADDF36DDC89}"/>
              </a:ext>
            </a:extLst>
          </p:cNvPr>
          <p:cNvPicPr>
            <a:picLocks noChangeAspect="1"/>
          </p:cNvPicPr>
          <p:nvPr/>
        </p:nvPicPr>
        <p:blipFill>
          <a:blip r:embed="rId21"/>
          <a:stretch>
            <a:fillRect/>
          </a:stretch>
        </p:blipFill>
        <p:spPr>
          <a:xfrm>
            <a:off x="8440798" y="2016908"/>
            <a:ext cx="199815" cy="199815"/>
          </a:xfrm>
          <a:prstGeom prst="rect">
            <a:avLst/>
          </a:prstGeom>
        </p:spPr>
      </p:pic>
      <p:pic>
        <p:nvPicPr>
          <p:cNvPr id="311" name="Picture 310">
            <a:extLst>
              <a:ext uri="{FF2B5EF4-FFF2-40B4-BE49-F238E27FC236}">
                <a16:creationId xmlns:a16="http://schemas.microsoft.com/office/drawing/2014/main" id="{2DEBF4AF-C5BE-ED5D-D710-A7F6D85E53CD}"/>
              </a:ext>
            </a:extLst>
          </p:cNvPr>
          <p:cNvPicPr>
            <a:picLocks noChangeAspect="1"/>
          </p:cNvPicPr>
          <p:nvPr/>
        </p:nvPicPr>
        <p:blipFill>
          <a:blip r:embed="rId21"/>
          <a:stretch>
            <a:fillRect/>
          </a:stretch>
        </p:blipFill>
        <p:spPr>
          <a:xfrm>
            <a:off x="8432144" y="2539222"/>
            <a:ext cx="199815" cy="199815"/>
          </a:xfrm>
          <a:prstGeom prst="rect">
            <a:avLst/>
          </a:prstGeom>
        </p:spPr>
      </p:pic>
      <p:pic>
        <p:nvPicPr>
          <p:cNvPr id="6" name="Graphic 5">
            <a:extLst>
              <a:ext uri="{FF2B5EF4-FFF2-40B4-BE49-F238E27FC236}">
                <a16:creationId xmlns:a16="http://schemas.microsoft.com/office/drawing/2014/main" id="{7A06112F-D09C-D68B-E2DC-877AE2E02035}"/>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616624" y="3838318"/>
            <a:ext cx="353214" cy="353214"/>
          </a:xfrm>
          <a:prstGeom prst="rect">
            <a:avLst/>
          </a:prstGeom>
        </p:spPr>
      </p:pic>
      <p:sp>
        <p:nvSpPr>
          <p:cNvPr id="7" name="TextBox 6">
            <a:extLst>
              <a:ext uri="{FF2B5EF4-FFF2-40B4-BE49-F238E27FC236}">
                <a16:creationId xmlns:a16="http://schemas.microsoft.com/office/drawing/2014/main" id="{99D2550D-7254-1B49-2E2A-9786E48D3BBC}"/>
              </a:ext>
            </a:extLst>
          </p:cNvPr>
          <p:cNvSpPr txBox="1"/>
          <p:nvPr/>
        </p:nvSpPr>
        <p:spPr>
          <a:xfrm>
            <a:off x="8820503" y="3843429"/>
            <a:ext cx="73075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Machine Learning</a:t>
            </a:r>
          </a:p>
        </p:txBody>
      </p:sp>
      <p:pic>
        <p:nvPicPr>
          <p:cNvPr id="8" name="Graphic 7">
            <a:extLst>
              <a:ext uri="{FF2B5EF4-FFF2-40B4-BE49-F238E27FC236}">
                <a16:creationId xmlns:a16="http://schemas.microsoft.com/office/drawing/2014/main" id="{F1D9F33F-30D8-F052-F010-47606E85F89C}"/>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679582" y="3196783"/>
            <a:ext cx="340165" cy="340165"/>
          </a:xfrm>
          <a:prstGeom prst="rect">
            <a:avLst/>
          </a:prstGeom>
        </p:spPr>
      </p:pic>
      <p:sp>
        <p:nvSpPr>
          <p:cNvPr id="10" name="TextBox 9">
            <a:extLst>
              <a:ext uri="{FF2B5EF4-FFF2-40B4-BE49-F238E27FC236}">
                <a16:creationId xmlns:a16="http://schemas.microsoft.com/office/drawing/2014/main" id="{F3AFC87B-6D1B-7865-5FE4-ACE8F00F5322}"/>
              </a:ext>
            </a:extLst>
          </p:cNvPr>
          <p:cNvSpPr txBox="1"/>
          <p:nvPr/>
        </p:nvSpPr>
        <p:spPr>
          <a:xfrm>
            <a:off x="8452471" y="3490473"/>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1" name="Graphic 10">
            <a:extLst>
              <a:ext uri="{FF2B5EF4-FFF2-40B4-BE49-F238E27FC236}">
                <a16:creationId xmlns:a16="http://schemas.microsoft.com/office/drawing/2014/main" id="{8D9552EA-36F4-FF67-7AD1-D00B895F1538}"/>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8789056" y="1973083"/>
            <a:ext cx="298000" cy="298000"/>
          </a:xfrm>
          <a:prstGeom prst="rect">
            <a:avLst/>
          </a:prstGeom>
        </p:spPr>
      </p:pic>
      <p:sp>
        <p:nvSpPr>
          <p:cNvPr id="12" name="TextBox 11">
            <a:extLst>
              <a:ext uri="{FF2B5EF4-FFF2-40B4-BE49-F238E27FC236}">
                <a16:creationId xmlns:a16="http://schemas.microsoft.com/office/drawing/2014/main" id="{DDA29EF3-4658-4931-538C-7230085AB7D3}"/>
              </a:ext>
            </a:extLst>
          </p:cNvPr>
          <p:cNvSpPr txBox="1"/>
          <p:nvPr/>
        </p:nvSpPr>
        <p:spPr>
          <a:xfrm>
            <a:off x="8349731" y="2236853"/>
            <a:ext cx="1131468"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sp>
        <p:nvSpPr>
          <p:cNvPr id="13" name="Rectangle: Rounded Corners 12">
            <a:extLst>
              <a:ext uri="{FF2B5EF4-FFF2-40B4-BE49-F238E27FC236}">
                <a16:creationId xmlns:a16="http://schemas.microsoft.com/office/drawing/2014/main" id="{631906CF-E423-CCFB-5FD9-36E4E7C807ED}"/>
              </a:ext>
            </a:extLst>
          </p:cNvPr>
          <p:cNvSpPr/>
          <p:nvPr/>
        </p:nvSpPr>
        <p:spPr bwMode="auto">
          <a:xfrm>
            <a:off x="8939140" y="1867863"/>
            <a:ext cx="741210"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Acr</a:t>
            </a:r>
            <a:r>
              <a:rPr lang="fr-FR" sz="800" dirty="0">
                <a:solidFill>
                  <a:srgbClr val="00B050"/>
                </a:solidFill>
                <a:ea typeface="Segoe UI" pitchFamily="34" charset="0"/>
                <a:cs typeface="Segoe UI" pitchFamily="34" charset="0"/>
              </a:rPr>
              <a:t> Pull</a:t>
            </a:r>
            <a:endParaRPr lang="en-US" sz="800" dirty="0" err="1">
              <a:solidFill>
                <a:srgbClr val="00B050"/>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BF3EF43A-868C-E25B-E3EA-294A250998AA}"/>
              </a:ext>
            </a:extLst>
          </p:cNvPr>
          <p:cNvSpPr txBox="1"/>
          <p:nvPr/>
        </p:nvSpPr>
        <p:spPr>
          <a:xfrm>
            <a:off x="9899979" y="623218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15" name="TextBox 14">
            <a:extLst>
              <a:ext uri="{FF2B5EF4-FFF2-40B4-BE49-F238E27FC236}">
                <a16:creationId xmlns:a16="http://schemas.microsoft.com/office/drawing/2014/main" id="{F3B1B49B-654B-8C53-08B7-2458C21952DB}"/>
              </a:ext>
            </a:extLst>
          </p:cNvPr>
          <p:cNvSpPr txBox="1"/>
          <p:nvPr/>
        </p:nvSpPr>
        <p:spPr>
          <a:xfrm>
            <a:off x="11111554" y="623218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32" name="TextBox 31">
            <a:extLst>
              <a:ext uri="{FF2B5EF4-FFF2-40B4-BE49-F238E27FC236}">
                <a16:creationId xmlns:a16="http://schemas.microsoft.com/office/drawing/2014/main" id="{081B6116-4F80-0966-D014-27BCF4FD087B}"/>
              </a:ext>
            </a:extLst>
          </p:cNvPr>
          <p:cNvSpPr txBox="1"/>
          <p:nvPr/>
        </p:nvSpPr>
        <p:spPr>
          <a:xfrm>
            <a:off x="8499140" y="628711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33" name="Graphic 32">
            <a:extLst>
              <a:ext uri="{FF2B5EF4-FFF2-40B4-BE49-F238E27FC236}">
                <a16:creationId xmlns:a16="http://schemas.microsoft.com/office/drawing/2014/main" id="{265484A4-6F42-3D26-BB19-73B0330588EC}"/>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219708" y="5685787"/>
            <a:ext cx="430887" cy="430887"/>
          </a:xfrm>
          <a:prstGeom prst="rect">
            <a:avLst/>
          </a:prstGeom>
        </p:spPr>
      </p:pic>
      <p:sp>
        <p:nvSpPr>
          <p:cNvPr id="34" name="TextBox 33">
            <a:extLst>
              <a:ext uri="{FF2B5EF4-FFF2-40B4-BE49-F238E27FC236}">
                <a16:creationId xmlns:a16="http://schemas.microsoft.com/office/drawing/2014/main" id="{D3CB3AB4-02E1-5045-8DF5-85EF6F7F7A62}"/>
              </a:ext>
            </a:extLst>
          </p:cNvPr>
          <p:cNvSpPr txBox="1"/>
          <p:nvPr/>
        </p:nvSpPr>
        <p:spPr>
          <a:xfrm>
            <a:off x="9011860" y="567503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36" name="Graphic 35">
            <a:extLst>
              <a:ext uri="{FF2B5EF4-FFF2-40B4-BE49-F238E27FC236}">
                <a16:creationId xmlns:a16="http://schemas.microsoft.com/office/drawing/2014/main" id="{4CC7EF3F-3EB0-4D7D-38E6-3E69D9D34FFD}"/>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0858069" y="5668891"/>
            <a:ext cx="428342" cy="428342"/>
          </a:xfrm>
          <a:prstGeom prst="rect">
            <a:avLst/>
          </a:prstGeom>
        </p:spPr>
      </p:pic>
      <p:sp>
        <p:nvSpPr>
          <p:cNvPr id="44" name="TextBox 43">
            <a:extLst>
              <a:ext uri="{FF2B5EF4-FFF2-40B4-BE49-F238E27FC236}">
                <a16:creationId xmlns:a16="http://schemas.microsoft.com/office/drawing/2014/main" id="{A781CBF9-768F-CDFF-9C53-30C469AAF42C}"/>
              </a:ext>
            </a:extLst>
          </p:cNvPr>
          <p:cNvSpPr txBox="1"/>
          <p:nvPr/>
        </p:nvSpPr>
        <p:spPr>
          <a:xfrm>
            <a:off x="11261692" y="567875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47" name="Graphic 46">
            <a:extLst>
              <a:ext uri="{FF2B5EF4-FFF2-40B4-BE49-F238E27FC236}">
                <a16:creationId xmlns:a16="http://schemas.microsoft.com/office/drawing/2014/main" id="{F2A125AB-10FA-1D23-DB31-6AEB08E2B13B}"/>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764975" y="5656171"/>
            <a:ext cx="428342" cy="428342"/>
          </a:xfrm>
          <a:prstGeom prst="rect">
            <a:avLst/>
          </a:prstGeom>
        </p:spPr>
      </p:pic>
      <p:sp>
        <p:nvSpPr>
          <p:cNvPr id="48" name="TextBox 47">
            <a:extLst>
              <a:ext uri="{FF2B5EF4-FFF2-40B4-BE49-F238E27FC236}">
                <a16:creationId xmlns:a16="http://schemas.microsoft.com/office/drawing/2014/main" id="{764D0C4C-3BAA-C972-4F4E-80BB019EB808}"/>
              </a:ext>
            </a:extLst>
          </p:cNvPr>
          <p:cNvSpPr txBox="1"/>
          <p:nvPr/>
        </p:nvSpPr>
        <p:spPr>
          <a:xfrm>
            <a:off x="10164351" y="570878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49" name="Graphic 48">
            <a:extLst>
              <a:ext uri="{FF2B5EF4-FFF2-40B4-BE49-F238E27FC236}">
                <a16:creationId xmlns:a16="http://schemas.microsoft.com/office/drawing/2014/main" id="{A1360838-5F32-8A55-36CE-C3EBB5408B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17974" y="5673762"/>
            <a:ext cx="440399" cy="440399"/>
          </a:xfrm>
          <a:prstGeom prst="rect">
            <a:avLst/>
          </a:prstGeom>
        </p:spPr>
      </p:pic>
      <p:sp>
        <p:nvSpPr>
          <p:cNvPr id="50" name="TextBox 49">
            <a:extLst>
              <a:ext uri="{FF2B5EF4-FFF2-40B4-BE49-F238E27FC236}">
                <a16:creationId xmlns:a16="http://schemas.microsoft.com/office/drawing/2014/main" id="{A0061C94-1703-2408-5E3C-BE2FA8E5CC5D}"/>
              </a:ext>
            </a:extLst>
          </p:cNvPr>
          <p:cNvSpPr txBox="1"/>
          <p:nvPr/>
        </p:nvSpPr>
        <p:spPr>
          <a:xfrm>
            <a:off x="8601448" y="568525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51" name="Straight Connector 50">
            <a:extLst>
              <a:ext uri="{FF2B5EF4-FFF2-40B4-BE49-F238E27FC236}">
                <a16:creationId xmlns:a16="http://schemas.microsoft.com/office/drawing/2014/main" id="{21B77BF2-E86D-0B66-68CD-522297DBF3B4}"/>
              </a:ext>
            </a:extLst>
          </p:cNvPr>
          <p:cNvCxnSpPr>
            <a:cxnSpLocks/>
          </p:cNvCxnSpPr>
          <p:nvPr/>
        </p:nvCxnSpPr>
        <p:spPr>
          <a:xfrm>
            <a:off x="9188902" y="564775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2679A7E-AD98-8FBC-4B0B-43FFB6118CF1}"/>
              </a:ext>
            </a:extLst>
          </p:cNvPr>
          <p:cNvSpPr txBox="1"/>
          <p:nvPr/>
        </p:nvSpPr>
        <p:spPr>
          <a:xfrm>
            <a:off x="8806652" y="625296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55" name="Graphic 54">
            <a:extLst>
              <a:ext uri="{FF2B5EF4-FFF2-40B4-BE49-F238E27FC236}">
                <a16:creationId xmlns:a16="http://schemas.microsoft.com/office/drawing/2014/main" id="{5EC756DA-60CA-0FA6-DC7B-D0499DB2FA3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474976" y="6223452"/>
            <a:ext cx="432499" cy="457940"/>
          </a:xfrm>
          <a:prstGeom prst="rect">
            <a:avLst/>
          </a:prstGeom>
        </p:spPr>
      </p:pic>
      <p:pic>
        <p:nvPicPr>
          <p:cNvPr id="133" name="Graphic 132">
            <a:extLst>
              <a:ext uri="{FF2B5EF4-FFF2-40B4-BE49-F238E27FC236}">
                <a16:creationId xmlns:a16="http://schemas.microsoft.com/office/drawing/2014/main" id="{718B36D5-9CA0-5D30-63D4-2CAB9A7CA7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92959" y="6232188"/>
            <a:ext cx="389292" cy="389292"/>
          </a:xfrm>
          <a:prstGeom prst="rect">
            <a:avLst/>
          </a:prstGeom>
        </p:spPr>
      </p:pic>
      <p:sp>
        <p:nvSpPr>
          <p:cNvPr id="134" name="Rectangle 133">
            <a:extLst>
              <a:ext uri="{FF2B5EF4-FFF2-40B4-BE49-F238E27FC236}">
                <a16:creationId xmlns:a16="http://schemas.microsoft.com/office/drawing/2014/main" id="{BECBF2E0-4F73-3FBE-BF9A-451256549F5A}"/>
              </a:ext>
            </a:extLst>
          </p:cNvPr>
          <p:cNvSpPr/>
          <p:nvPr/>
        </p:nvSpPr>
        <p:spPr>
          <a:xfrm>
            <a:off x="4314825" y="5556988"/>
            <a:ext cx="7740831"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135" name="TextBox 134">
            <a:extLst>
              <a:ext uri="{FF2B5EF4-FFF2-40B4-BE49-F238E27FC236}">
                <a16:creationId xmlns:a16="http://schemas.microsoft.com/office/drawing/2014/main" id="{92BE3708-84A0-FFA1-094F-DFB3436D82E0}"/>
              </a:ext>
            </a:extLst>
          </p:cNvPr>
          <p:cNvSpPr txBox="1"/>
          <p:nvPr/>
        </p:nvSpPr>
        <p:spPr>
          <a:xfrm>
            <a:off x="9626414" y="591842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136" name="TextBox 135">
            <a:extLst>
              <a:ext uri="{FF2B5EF4-FFF2-40B4-BE49-F238E27FC236}">
                <a16:creationId xmlns:a16="http://schemas.microsoft.com/office/drawing/2014/main" id="{9D32B23E-86DF-1E6B-A647-F77829421F7D}"/>
              </a:ext>
            </a:extLst>
          </p:cNvPr>
          <p:cNvSpPr txBox="1"/>
          <p:nvPr/>
        </p:nvSpPr>
        <p:spPr>
          <a:xfrm>
            <a:off x="11195476" y="620786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137" name="Graphic 136">
            <a:extLst>
              <a:ext uri="{FF2B5EF4-FFF2-40B4-BE49-F238E27FC236}">
                <a16:creationId xmlns:a16="http://schemas.microsoft.com/office/drawing/2014/main" id="{80BF7095-1F9B-5961-CFBA-89B33C5B367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462720" y="6324197"/>
            <a:ext cx="242454" cy="242454"/>
          </a:xfrm>
          <a:prstGeom prst="rect">
            <a:avLst/>
          </a:prstGeom>
        </p:spPr>
      </p:pic>
      <p:sp>
        <p:nvSpPr>
          <p:cNvPr id="139" name="TextBox 138">
            <a:extLst>
              <a:ext uri="{FF2B5EF4-FFF2-40B4-BE49-F238E27FC236}">
                <a16:creationId xmlns:a16="http://schemas.microsoft.com/office/drawing/2014/main" id="{A13BD222-6DF3-F7B1-1813-D3BA407F85FE}"/>
              </a:ext>
            </a:extLst>
          </p:cNvPr>
          <p:cNvSpPr txBox="1"/>
          <p:nvPr/>
        </p:nvSpPr>
        <p:spPr>
          <a:xfrm>
            <a:off x="9657000" y="634048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140" name="TextBox 139">
            <a:extLst>
              <a:ext uri="{FF2B5EF4-FFF2-40B4-BE49-F238E27FC236}">
                <a16:creationId xmlns:a16="http://schemas.microsoft.com/office/drawing/2014/main" id="{6703DF1D-BB20-507F-ED4B-59C6DBF9B3DB}"/>
              </a:ext>
            </a:extLst>
          </p:cNvPr>
          <p:cNvSpPr txBox="1"/>
          <p:nvPr/>
        </p:nvSpPr>
        <p:spPr>
          <a:xfrm>
            <a:off x="11293748" y="580655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141" name="Group 140">
            <a:extLst>
              <a:ext uri="{FF2B5EF4-FFF2-40B4-BE49-F238E27FC236}">
                <a16:creationId xmlns:a16="http://schemas.microsoft.com/office/drawing/2014/main" id="{9C2F99F3-3A3F-B744-F003-30921CBF1179}"/>
              </a:ext>
            </a:extLst>
          </p:cNvPr>
          <p:cNvGrpSpPr/>
          <p:nvPr/>
        </p:nvGrpSpPr>
        <p:grpSpPr>
          <a:xfrm>
            <a:off x="10151837" y="5749145"/>
            <a:ext cx="970287" cy="342963"/>
            <a:chOff x="6998544" y="5436915"/>
            <a:chExt cx="970287" cy="342963"/>
          </a:xfrm>
        </p:grpSpPr>
        <p:pic>
          <p:nvPicPr>
            <p:cNvPr id="142" name="Graphic 141">
              <a:extLst>
                <a:ext uri="{FF2B5EF4-FFF2-40B4-BE49-F238E27FC236}">
                  <a16:creationId xmlns:a16="http://schemas.microsoft.com/office/drawing/2014/main" id="{7987C148-CD19-C3E2-E979-A8AFD4069A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143" name="TextBox 142">
              <a:extLst>
                <a:ext uri="{FF2B5EF4-FFF2-40B4-BE49-F238E27FC236}">
                  <a16:creationId xmlns:a16="http://schemas.microsoft.com/office/drawing/2014/main" id="{523EE6C9-0CC8-EC34-8026-B02C82628F15}"/>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145" name="Graphic 144">
            <a:extLst>
              <a:ext uri="{FF2B5EF4-FFF2-40B4-BE49-F238E27FC236}">
                <a16:creationId xmlns:a16="http://schemas.microsoft.com/office/drawing/2014/main" id="{740E7E69-C396-8962-CF3C-05346D2678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60923" y="6324507"/>
            <a:ext cx="247981" cy="247981"/>
          </a:xfrm>
          <a:prstGeom prst="rect">
            <a:avLst/>
          </a:prstGeom>
        </p:spPr>
      </p:pic>
      <p:pic>
        <p:nvPicPr>
          <p:cNvPr id="146" name="Picture 145">
            <a:extLst>
              <a:ext uri="{FF2B5EF4-FFF2-40B4-BE49-F238E27FC236}">
                <a16:creationId xmlns:a16="http://schemas.microsoft.com/office/drawing/2014/main" id="{921D10F8-6912-6539-2B03-BD0772B71D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9053" y="5800086"/>
            <a:ext cx="286533" cy="286533"/>
          </a:xfrm>
          <a:prstGeom prst="rect">
            <a:avLst/>
          </a:prstGeom>
        </p:spPr>
      </p:pic>
      <p:pic>
        <p:nvPicPr>
          <p:cNvPr id="147" name="Graphic 146">
            <a:extLst>
              <a:ext uri="{FF2B5EF4-FFF2-40B4-BE49-F238E27FC236}">
                <a16:creationId xmlns:a16="http://schemas.microsoft.com/office/drawing/2014/main" id="{848889AA-40D6-1246-6D73-2E79372F91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535219" y="6254557"/>
            <a:ext cx="274831" cy="274831"/>
          </a:xfrm>
          <a:prstGeom prst="rect">
            <a:avLst/>
          </a:prstGeom>
        </p:spPr>
      </p:pic>
      <p:sp>
        <p:nvSpPr>
          <p:cNvPr id="150" name="TextBox 149">
            <a:extLst>
              <a:ext uri="{FF2B5EF4-FFF2-40B4-BE49-F238E27FC236}">
                <a16:creationId xmlns:a16="http://schemas.microsoft.com/office/drawing/2014/main" id="{50369B15-61A9-A2F2-F099-3D5F6DAB75AE}"/>
              </a:ext>
            </a:extLst>
          </p:cNvPr>
          <p:cNvSpPr txBox="1"/>
          <p:nvPr/>
        </p:nvSpPr>
        <p:spPr>
          <a:xfrm>
            <a:off x="8893725" y="624258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App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Services</a:t>
            </a:r>
          </a:p>
        </p:txBody>
      </p:sp>
      <p:pic>
        <p:nvPicPr>
          <p:cNvPr id="151" name="Graphic 150">
            <a:extLst>
              <a:ext uri="{FF2B5EF4-FFF2-40B4-BE49-F238E27FC236}">
                <a16:creationId xmlns:a16="http://schemas.microsoft.com/office/drawing/2014/main" id="{157C4346-3327-BD21-1F75-3B29F8E0955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416403" y="5861304"/>
            <a:ext cx="274831" cy="274831"/>
          </a:xfrm>
          <a:prstGeom prst="rect">
            <a:avLst/>
          </a:prstGeom>
        </p:spPr>
      </p:pic>
      <p:pic>
        <p:nvPicPr>
          <p:cNvPr id="152" name="Graphic 151">
            <a:extLst>
              <a:ext uri="{FF2B5EF4-FFF2-40B4-BE49-F238E27FC236}">
                <a16:creationId xmlns:a16="http://schemas.microsoft.com/office/drawing/2014/main" id="{DAA33ED1-5753-4C22-58F2-757A99BF1B8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519734" y="5855768"/>
            <a:ext cx="257701" cy="257701"/>
          </a:xfrm>
          <a:prstGeom prst="rect">
            <a:avLst/>
          </a:prstGeom>
        </p:spPr>
      </p:pic>
      <p:sp>
        <p:nvSpPr>
          <p:cNvPr id="153" name="TextBox 152">
            <a:extLst>
              <a:ext uri="{FF2B5EF4-FFF2-40B4-BE49-F238E27FC236}">
                <a16:creationId xmlns:a16="http://schemas.microsoft.com/office/drawing/2014/main" id="{CC8F738A-4D48-DCF3-7766-219A0166D94E}"/>
              </a:ext>
            </a:extLst>
          </p:cNvPr>
          <p:cNvSpPr txBox="1"/>
          <p:nvPr/>
        </p:nvSpPr>
        <p:spPr>
          <a:xfrm>
            <a:off x="8872250" y="584862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154" name="Picture 153">
            <a:extLst>
              <a:ext uri="{FF2B5EF4-FFF2-40B4-BE49-F238E27FC236}">
                <a16:creationId xmlns:a16="http://schemas.microsoft.com/office/drawing/2014/main" id="{87C72BA4-8770-F500-FAF7-8A9073431FF7}"/>
              </a:ext>
            </a:extLst>
          </p:cNvPr>
          <p:cNvPicPr>
            <a:picLocks noChangeAspect="1"/>
          </p:cNvPicPr>
          <p:nvPr/>
        </p:nvPicPr>
        <p:blipFill>
          <a:blip r:embed="rId13"/>
          <a:stretch>
            <a:fillRect/>
          </a:stretch>
        </p:blipFill>
        <p:spPr>
          <a:xfrm>
            <a:off x="7622601" y="6223001"/>
            <a:ext cx="318290" cy="302376"/>
          </a:xfrm>
          <a:prstGeom prst="rect">
            <a:avLst/>
          </a:prstGeom>
        </p:spPr>
      </p:pic>
      <p:sp>
        <p:nvSpPr>
          <p:cNvPr id="156" name="TextBox 155">
            <a:extLst>
              <a:ext uri="{FF2B5EF4-FFF2-40B4-BE49-F238E27FC236}">
                <a16:creationId xmlns:a16="http://schemas.microsoft.com/office/drawing/2014/main" id="{E39C787B-4546-0924-6DF5-493457BF3108}"/>
              </a:ext>
            </a:extLst>
          </p:cNvPr>
          <p:cNvSpPr txBox="1"/>
          <p:nvPr/>
        </p:nvSpPr>
        <p:spPr>
          <a:xfrm>
            <a:off x="7875297" y="621338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157" name="TextBox 156">
            <a:extLst>
              <a:ext uri="{FF2B5EF4-FFF2-40B4-BE49-F238E27FC236}">
                <a16:creationId xmlns:a16="http://schemas.microsoft.com/office/drawing/2014/main" id="{6A747949-2F7A-1CCA-0F14-0E6F63142F56}"/>
              </a:ext>
            </a:extLst>
          </p:cNvPr>
          <p:cNvSpPr txBox="1"/>
          <p:nvPr/>
        </p:nvSpPr>
        <p:spPr>
          <a:xfrm>
            <a:off x="7883030" y="585271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158" name="Graphic 157">
            <a:extLst>
              <a:ext uri="{FF2B5EF4-FFF2-40B4-BE49-F238E27FC236}">
                <a16:creationId xmlns:a16="http://schemas.microsoft.com/office/drawing/2014/main" id="{03739FFA-14B7-020F-EDBB-C408B82F52E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633872" y="5866357"/>
            <a:ext cx="300461" cy="300461"/>
          </a:xfrm>
          <a:prstGeom prst="rect">
            <a:avLst/>
          </a:prstGeom>
        </p:spPr>
      </p:pic>
      <p:sp>
        <p:nvSpPr>
          <p:cNvPr id="159" name="TextBox 158">
            <a:extLst>
              <a:ext uri="{FF2B5EF4-FFF2-40B4-BE49-F238E27FC236}">
                <a16:creationId xmlns:a16="http://schemas.microsoft.com/office/drawing/2014/main" id="{336BCAA8-C696-4D6E-0FD4-F84533BC2878}"/>
              </a:ext>
            </a:extLst>
          </p:cNvPr>
          <p:cNvSpPr txBox="1"/>
          <p:nvPr/>
        </p:nvSpPr>
        <p:spPr>
          <a:xfrm>
            <a:off x="10454972" y="621231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60" name="Graphic 159">
            <a:extLst>
              <a:ext uri="{FF2B5EF4-FFF2-40B4-BE49-F238E27FC236}">
                <a16:creationId xmlns:a16="http://schemas.microsoft.com/office/drawing/2014/main" id="{3554554E-E16E-0A78-A0F3-CA8C0A75F8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222714" y="6295587"/>
            <a:ext cx="290573" cy="290573"/>
          </a:xfrm>
          <a:prstGeom prst="rect">
            <a:avLst/>
          </a:prstGeom>
        </p:spPr>
      </p:pic>
      <p:pic>
        <p:nvPicPr>
          <p:cNvPr id="161" name="Graphic 160">
            <a:extLst>
              <a:ext uri="{FF2B5EF4-FFF2-40B4-BE49-F238E27FC236}">
                <a16:creationId xmlns:a16="http://schemas.microsoft.com/office/drawing/2014/main" id="{B9129ACD-B552-8431-A7EC-6ACB7AFD45C5}"/>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6825383" y="5898916"/>
            <a:ext cx="282546" cy="282546"/>
          </a:xfrm>
          <a:prstGeom prst="rect">
            <a:avLst/>
          </a:prstGeom>
        </p:spPr>
      </p:pic>
      <p:sp>
        <p:nvSpPr>
          <p:cNvPr id="162" name="TextBox 161">
            <a:extLst>
              <a:ext uri="{FF2B5EF4-FFF2-40B4-BE49-F238E27FC236}">
                <a16:creationId xmlns:a16="http://schemas.microsoft.com/office/drawing/2014/main" id="{65F60A8B-E741-753F-7939-263D1D7DF748}"/>
              </a:ext>
            </a:extLst>
          </p:cNvPr>
          <p:cNvSpPr txBox="1"/>
          <p:nvPr/>
        </p:nvSpPr>
        <p:spPr>
          <a:xfrm>
            <a:off x="7065953" y="593385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163" name="Graphic 162">
            <a:extLst>
              <a:ext uri="{FF2B5EF4-FFF2-40B4-BE49-F238E27FC236}">
                <a16:creationId xmlns:a16="http://schemas.microsoft.com/office/drawing/2014/main" id="{D1EFAB8E-1C72-B436-1899-82F88967B1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824610" y="6229770"/>
            <a:ext cx="263654" cy="308076"/>
          </a:xfrm>
          <a:prstGeom prst="rect">
            <a:avLst/>
          </a:prstGeom>
        </p:spPr>
      </p:pic>
      <p:sp>
        <p:nvSpPr>
          <p:cNvPr id="174" name="TextBox 173">
            <a:extLst>
              <a:ext uri="{FF2B5EF4-FFF2-40B4-BE49-F238E27FC236}">
                <a16:creationId xmlns:a16="http://schemas.microsoft.com/office/drawing/2014/main" id="{69CD590B-056C-0AA2-8A2A-33CD4AC54E89}"/>
              </a:ext>
            </a:extLst>
          </p:cNvPr>
          <p:cNvSpPr txBox="1"/>
          <p:nvPr/>
        </p:nvSpPr>
        <p:spPr>
          <a:xfrm>
            <a:off x="7075276" y="6226934"/>
            <a:ext cx="6445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206" name="Graphic 205">
            <a:extLst>
              <a:ext uri="{FF2B5EF4-FFF2-40B4-BE49-F238E27FC236}">
                <a16:creationId xmlns:a16="http://schemas.microsoft.com/office/drawing/2014/main" id="{59654304-4763-429B-9874-AA46A5C3B13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58578" y="6209729"/>
            <a:ext cx="258873" cy="258873"/>
          </a:xfrm>
          <a:prstGeom prst="rect">
            <a:avLst/>
          </a:prstGeom>
        </p:spPr>
      </p:pic>
      <p:sp>
        <p:nvSpPr>
          <p:cNvPr id="271" name="TextBox 270">
            <a:extLst>
              <a:ext uri="{FF2B5EF4-FFF2-40B4-BE49-F238E27FC236}">
                <a16:creationId xmlns:a16="http://schemas.microsoft.com/office/drawing/2014/main" id="{5BEB8082-4A35-533F-C59E-FF4615E08233}"/>
              </a:ext>
            </a:extLst>
          </p:cNvPr>
          <p:cNvSpPr txBox="1"/>
          <p:nvPr/>
        </p:nvSpPr>
        <p:spPr>
          <a:xfrm>
            <a:off x="6315294" y="6223452"/>
            <a:ext cx="64459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sp>
        <p:nvSpPr>
          <p:cNvPr id="272" name="TextBox 271">
            <a:extLst>
              <a:ext uri="{FF2B5EF4-FFF2-40B4-BE49-F238E27FC236}">
                <a16:creationId xmlns:a16="http://schemas.microsoft.com/office/drawing/2014/main" id="{BC12F12F-A606-A720-9ED8-524F2404D9B5}"/>
              </a:ext>
            </a:extLst>
          </p:cNvPr>
          <p:cNvSpPr txBox="1"/>
          <p:nvPr/>
        </p:nvSpPr>
        <p:spPr>
          <a:xfrm>
            <a:off x="6315294" y="5904498"/>
            <a:ext cx="6445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Machine Learning</a:t>
            </a:r>
          </a:p>
        </p:txBody>
      </p:sp>
      <p:pic>
        <p:nvPicPr>
          <p:cNvPr id="274" name="Picture 273">
            <a:extLst>
              <a:ext uri="{FF2B5EF4-FFF2-40B4-BE49-F238E27FC236}">
                <a16:creationId xmlns:a16="http://schemas.microsoft.com/office/drawing/2014/main" id="{32C8E272-5B4A-34B3-5720-1F89BF37C682}"/>
              </a:ext>
            </a:extLst>
          </p:cNvPr>
          <p:cNvPicPr>
            <a:picLocks noChangeAspect="1"/>
          </p:cNvPicPr>
          <p:nvPr/>
        </p:nvPicPr>
        <p:blipFill>
          <a:blip r:embed="rId10"/>
          <a:stretch>
            <a:fillRect/>
          </a:stretch>
        </p:blipFill>
        <p:spPr>
          <a:xfrm>
            <a:off x="5267063" y="5888690"/>
            <a:ext cx="210207" cy="208963"/>
          </a:xfrm>
          <a:prstGeom prst="rect">
            <a:avLst/>
          </a:prstGeom>
        </p:spPr>
      </p:pic>
      <p:pic>
        <p:nvPicPr>
          <p:cNvPr id="275" name="Graphic 274">
            <a:extLst>
              <a:ext uri="{FF2B5EF4-FFF2-40B4-BE49-F238E27FC236}">
                <a16:creationId xmlns:a16="http://schemas.microsoft.com/office/drawing/2014/main" id="{03A71A0C-B591-2E07-6A13-BC3B8C8F81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27355" y="5826679"/>
            <a:ext cx="351904" cy="351904"/>
          </a:xfrm>
          <a:prstGeom prst="rect">
            <a:avLst/>
          </a:prstGeom>
        </p:spPr>
      </p:pic>
      <p:sp>
        <p:nvSpPr>
          <p:cNvPr id="276" name="TextBox 275">
            <a:extLst>
              <a:ext uri="{FF2B5EF4-FFF2-40B4-BE49-F238E27FC236}">
                <a16:creationId xmlns:a16="http://schemas.microsoft.com/office/drawing/2014/main" id="{8A959711-69EB-6DFB-5B1D-906525B6C252}"/>
              </a:ext>
            </a:extLst>
          </p:cNvPr>
          <p:cNvSpPr txBox="1"/>
          <p:nvPr/>
        </p:nvSpPr>
        <p:spPr>
          <a:xfrm>
            <a:off x="4734526" y="5824137"/>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sp>
        <p:nvSpPr>
          <p:cNvPr id="278" name="TextBox 277">
            <a:extLst>
              <a:ext uri="{FF2B5EF4-FFF2-40B4-BE49-F238E27FC236}">
                <a16:creationId xmlns:a16="http://schemas.microsoft.com/office/drawing/2014/main" id="{2723020B-11ED-7082-1568-EA6E975DA0D7}"/>
              </a:ext>
            </a:extLst>
          </p:cNvPr>
          <p:cNvSpPr txBox="1"/>
          <p:nvPr/>
        </p:nvSpPr>
        <p:spPr>
          <a:xfrm>
            <a:off x="5440575" y="5844165"/>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OpenAI</a:t>
            </a:r>
          </a:p>
        </p:txBody>
      </p:sp>
      <p:sp>
        <p:nvSpPr>
          <p:cNvPr id="279" name="TextBox 278">
            <a:extLst>
              <a:ext uri="{FF2B5EF4-FFF2-40B4-BE49-F238E27FC236}">
                <a16:creationId xmlns:a16="http://schemas.microsoft.com/office/drawing/2014/main" id="{457DDFF1-3749-6AB7-DCF0-3BAE6E2C70CE}"/>
              </a:ext>
            </a:extLst>
          </p:cNvPr>
          <p:cNvSpPr txBox="1"/>
          <p:nvPr/>
        </p:nvSpPr>
        <p:spPr>
          <a:xfrm>
            <a:off x="5520437" y="6253158"/>
            <a:ext cx="63942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Container Registry</a:t>
            </a:r>
          </a:p>
        </p:txBody>
      </p:sp>
      <p:pic>
        <p:nvPicPr>
          <p:cNvPr id="281" name="Graphic 280">
            <a:extLst>
              <a:ext uri="{FF2B5EF4-FFF2-40B4-BE49-F238E27FC236}">
                <a16:creationId xmlns:a16="http://schemas.microsoft.com/office/drawing/2014/main" id="{38181549-73D4-CC5A-C6BB-04FEBDD7C20A}"/>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031588" y="5820265"/>
            <a:ext cx="353214" cy="353214"/>
          </a:xfrm>
          <a:prstGeom prst="rect">
            <a:avLst/>
          </a:prstGeom>
        </p:spPr>
      </p:pic>
      <p:pic>
        <p:nvPicPr>
          <p:cNvPr id="282" name="Graphic 281">
            <a:extLst>
              <a:ext uri="{FF2B5EF4-FFF2-40B4-BE49-F238E27FC236}">
                <a16:creationId xmlns:a16="http://schemas.microsoft.com/office/drawing/2014/main" id="{0DD22D64-2950-BB04-3BDF-AAA3F711C8C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234455" y="6202210"/>
            <a:ext cx="298000" cy="298000"/>
          </a:xfrm>
          <a:prstGeom prst="rect">
            <a:avLst/>
          </a:prstGeom>
        </p:spPr>
      </p:pic>
      <p:sp>
        <p:nvSpPr>
          <p:cNvPr id="284" name="Rectangle: Rounded Corners 283">
            <a:extLst>
              <a:ext uri="{FF2B5EF4-FFF2-40B4-BE49-F238E27FC236}">
                <a16:creationId xmlns:a16="http://schemas.microsoft.com/office/drawing/2014/main" id="{D41A050A-3781-9AA5-E27B-6BB3B0DD74D9}"/>
              </a:ext>
            </a:extLst>
          </p:cNvPr>
          <p:cNvSpPr/>
          <p:nvPr/>
        </p:nvSpPr>
        <p:spPr bwMode="auto">
          <a:xfrm>
            <a:off x="8881832" y="2250159"/>
            <a:ext cx="116352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800" dirty="0">
                <a:solidFill>
                  <a:srgbClr val="00B050"/>
                </a:solidFill>
                <a:ea typeface="Segoe UI" pitchFamily="34" charset="0"/>
                <a:cs typeface="Segoe UI" pitchFamily="34" charset="0"/>
              </a:rPr>
              <a:t>Storage Blob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Data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Storage File Data </a:t>
            </a:r>
            <a:r>
              <a:rPr lang="fr-FR" sz="800" dirty="0" err="1">
                <a:solidFill>
                  <a:srgbClr val="00B050"/>
                </a:solidFill>
                <a:ea typeface="Segoe UI" pitchFamily="34" charset="0"/>
                <a:cs typeface="Segoe UI" pitchFamily="34" charset="0"/>
              </a:rPr>
              <a:t>Privileged</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Contributor</a:t>
            </a:r>
            <a:endParaRPr lang="en-US" sz="800" dirty="0">
              <a:solidFill>
                <a:srgbClr val="00B050"/>
              </a:solidFill>
              <a:ea typeface="Segoe UI" pitchFamily="34" charset="0"/>
              <a:cs typeface="Segoe UI" pitchFamily="34" charset="0"/>
            </a:endParaRPr>
          </a:p>
        </p:txBody>
      </p:sp>
    </p:spTree>
    <p:extLst>
      <p:ext uri="{BB962C8B-B14F-4D97-AF65-F5344CB8AC3E}">
        <p14:creationId xmlns:p14="http://schemas.microsoft.com/office/powerpoint/2010/main" val="257486340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PRESGUID" val="1b4f084f-57e1-44f2-af0a-55642787ef31"/>
</p:tagLst>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2.xml><?xml version="1.0" encoding="utf-8"?>
<a:theme xmlns:a="http://schemas.openxmlformats.org/drawingml/2006/main" name="WHITE TEMPLATE">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2018_20.potx" id="{82A3EBA7-6CB7-444E-9DF0-B1E644D1F154}" vid="{2B1E32B1-2CCA-4167-A431-147AEC224D2A}"/>
    </a:ext>
  </a:extLst>
</a:theme>
</file>

<file path=ppt/theme/theme3.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potx" id="{480B23C3-38C8-4962-83A2-3297C539F5A5}" vid="{4711DFBC-8085-446F-AC17-C262437718B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725ef057-29b8-44fd-be32-e69da4870c76" xsi:nil="true"/>
    <lcf76f155ced4ddcb4097134ff3c332f xmlns="725ef057-29b8-44fd-be32-e69da4870c76">
      <Terms xmlns="http://schemas.microsoft.com/office/infopath/2007/PartnerControls"/>
    </lcf76f155ced4ddcb4097134ff3c332f>
    <SharedWithUsers xmlns="3a984a97-1f88-4620-9803-2d448b891559">
      <UserInfo>
        <DisplayName>Dana Warren</DisplayName>
        <AccountId>261</AccountId>
        <AccountType/>
      </UserInfo>
      <UserInfo>
        <DisplayName>Kendyl Pettit</DisplayName>
        <AccountId>2343</AccountId>
        <AccountType/>
      </UserInfo>
    </SharedWithUsers>
    <Datetime xmlns="725ef057-29b8-44fd-be32-e69da4870c76" xsi:nil="true"/>
    <CityState xmlns="725ef057-29b8-44fd-be32-e69da4870c76" xsi:nil="true"/>
    <Technology_x0020_Domain xmlns="725ef057-29b8-44fd-be32-e69da4870c76" xsi:nil="true"/>
    <LikesCount xmlns="http://schemas.microsoft.com/sharepoint/v3" xsi:nil="true"/>
    <Lead_x0020_PM xmlns="725EF057-29B8-44FD-BE32-E69DA4870C76">
      <UserInfo>
        <DisplayName/>
        <AccountId xsi:nil="true"/>
        <AccountType/>
      </UserInfo>
    </Lead_x0020_PM>
    <TechLead xmlns="725ef057-29b8-44fd-be32-e69da4870c76">
      <UserInfo>
        <DisplayName/>
        <AccountId xsi:nil="true"/>
        <AccountType/>
      </UserInfo>
    </TechLead>
    <EngagementType xmlns="725ef057-29b8-44fd-be32-e69da4870c76" xsi:nil="true"/>
    <CSE_x0020_Priority_x0020_Industry xmlns="725EF057-29B8-44FD-BE32-E69DA4870C76">--</CSE_x0020_Priority_x0020_Industry>
    <IconOverlay xmlns="http://schemas.microsoft.com/sharepoint/v4" xsi:nil="true"/>
    <Ratings xmlns="http://schemas.microsoft.com/sharepoint/v3" xsi:nil="true"/>
    <Filename xmlns="725EF057-29B8-44FD-BE32-E69DA4870C76">SwissRe-FCPR-July2022.pptx</Filename>
    <SE_x002f_I xmlns="725ef057-29b8-44fd-be32-e69da4870c76">
      <UserInfo>
        <DisplayName/>
        <AccountId xsi:nil="true"/>
        <AccountType/>
      </UserInfo>
    </SE_x002f_I>
    <WorkItemId xmlns="725ef057-29b8-44fd-be32-e69da4870c76">489735</WorkItemId>
    <OverallEngagementID xmlns="725ef057-29b8-44fd-be32-e69da4870c76" xsi:nil="true"/>
    <EngEndDate xmlns="725ef057-29b8-44fd-be32-e69da4870c76" xsi:nil="true"/>
    <LikedBy xmlns="http://schemas.microsoft.com/sharepoint/v3">
      <UserInfo>
        <DisplayName/>
        <AccountId xsi:nil="true"/>
        <AccountType/>
      </UserInfo>
    </LikedBy>
    <RatingCount xmlns="http://schemas.microsoft.com/sharepoint/v3" xsi:nil="true"/>
    <Engagement xmlns="725EF057-29B8-44FD-BE32-E69DA4870C76">Swiss Re: Service Insights Centre</Engagement>
    <Artifact_x0020_Type xmlns="725ef057-29b8-44fd-be32-e69da4870c76">Other</Artifact_x0020_Type>
    <STE_x0020_Tags xmlns="725EF057-29B8-44FD-BE32-E69DA4870C76" xsi:nil="true"/>
    <EngagementState xmlns="725ef057-29b8-44fd-be32-e69da4870c76" xsi:nil="true"/>
    <OrgID xmlns="725EF057-29B8-44FD-BE32-E69DA4870C76">74631</OrgID>
    <Org xmlns="725EF057-29B8-44FD-BE32-E69DA4870C76">Swiss Re Management Ltd</Org>
    <Assigned xmlns="725ef057-29b8-44fd-be32-e69da4870c76">
      <UserInfo>
        <DisplayName/>
        <AccountId xsi:nil="true"/>
        <AccountType/>
      </UserInfo>
    </Assigned>
    <EngagementID xmlns="725EF057-29B8-44FD-BE32-E69DA4870C76">489735</EngagementID>
    <Tags xmlns="725EF057-29B8-44FD-BE32-E69DA4870C76" xsi:nil="true"/>
    <Country xmlns="725EF057-29B8-44FD-BE32-E69DA4870C76" xsi:nil="true"/>
    <TaxKeywordTaxHTField xmlns="230e9df3-be65-4c73-a93b-d1236ebd677e">
      <Terms xmlns="http://schemas.microsoft.com/office/infopath/2007/PartnerControls"/>
    </TaxKeywordTaxHTField>
    <AverageRating xmlns="http://schemas.microsoft.com/sharepoint/v3" xsi:nil="true"/>
    <EngStartDate xmlns="725ef057-29b8-44fd-be32-e69da4870c76" xsi:nil="true"/>
    <RatedBy xmlns="http://schemas.microsoft.com/sharepoint/v3">
      <UserInfo>
        <DisplayName/>
        <AccountId xsi:nil="true"/>
        <AccountType/>
      </UserInfo>
    </RatedBy>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9B442A5CC9AAF40A5EA717E75549A49" ma:contentTypeVersion="95" ma:contentTypeDescription="Create a new document." ma:contentTypeScope="" ma:versionID="b03b6633a34d19aa97114ee0a23d1b64">
  <xsd:schema xmlns:xsd="http://www.w3.org/2001/XMLSchema" xmlns:xs="http://www.w3.org/2001/XMLSchema" xmlns:p="http://schemas.microsoft.com/office/2006/metadata/properties" xmlns:ns1="http://schemas.microsoft.com/sharepoint/v3" xmlns:ns2="725EF057-29B8-44FD-BE32-E69DA4870C76" xmlns:ns3="230e9df3-be65-4c73-a93b-d1236ebd677e" xmlns:ns4="725ef057-29b8-44fd-be32-e69da4870c76" xmlns:ns5="3a984a97-1f88-4620-9803-2d448b891559" xmlns:ns6="http://schemas.microsoft.com/sharepoint/v4" targetNamespace="http://schemas.microsoft.com/office/2006/metadata/properties" ma:root="true" ma:fieldsID="16115084048cfc3921f63f8e98d026b7" ns1:_="" ns2:_="" ns3:_="" ns4:_="" ns5:_="" ns6:_="">
    <xsd:import namespace="http://schemas.microsoft.com/sharepoint/v3"/>
    <xsd:import namespace="725EF057-29B8-44FD-BE32-E69DA4870C76"/>
    <xsd:import namespace="230e9df3-be65-4c73-a93b-d1236ebd677e"/>
    <xsd:import namespace="725ef057-29b8-44fd-be32-e69da4870c76"/>
    <xsd:import namespace="3a984a97-1f88-4620-9803-2d448b891559"/>
    <xsd:import namespace="http://schemas.microsoft.com/sharepoint/v4"/>
    <xsd:element name="properties">
      <xsd:complexType>
        <xsd:sequence>
          <xsd:element name="documentManagement">
            <xsd:complexType>
              <xsd:all>
                <xsd:element ref="ns2:OrgID" minOccurs="0"/>
                <xsd:element ref="ns2:Org" minOccurs="0"/>
                <xsd:element ref="ns2:EngagementID" minOccurs="0"/>
                <xsd:element ref="ns2:Engagement" minOccurs="0"/>
                <xsd:element ref="ns2:Tags" minOccurs="0"/>
                <xsd:element ref="ns2:CSE_x0020_Priority_x0020_Industry" minOccurs="0"/>
                <xsd:element ref="ns2:Lead_x0020_PM" minOccurs="0"/>
                <xsd:element ref="ns2:Country" minOccurs="0"/>
                <xsd:element ref="ns2:Filename" minOccurs="0"/>
                <xsd:element ref="ns2:STE_x0020_Tags" minOccurs="0"/>
                <xsd:element ref="ns4:WorkItemId" minOccurs="0"/>
                <xsd:element ref="ns4:SE_x002f_I" minOccurs="0"/>
                <xsd:element ref="ns4:OverallEngagementID" minOccurs="0"/>
                <xsd:element ref="ns4:Assigned" minOccurs="0"/>
                <xsd:element ref="ns4:EngagementState" minOccurs="0"/>
                <xsd:element ref="ns4:TechLead" minOccurs="0"/>
                <xsd:element ref="ns4:CityState" minOccurs="0"/>
                <xsd:element ref="ns4:EngStartDate" minOccurs="0"/>
                <xsd:element ref="ns4:Technology_x0020_Domain" minOccurs="0"/>
                <xsd:element ref="ns4:EngagementType" minOccurs="0"/>
                <xsd:element ref="ns4:MediaServiceKeyPoints" minOccurs="0"/>
                <xsd:element ref="ns4:Artifact_x0020_Type" minOccurs="0"/>
                <xsd:element ref="ns1:LikesCount" minOccurs="0"/>
                <xsd:element ref="ns1:LikedBy" minOccurs="0"/>
                <xsd:element ref="ns3:TaxKeywordTaxHTField" minOccurs="0"/>
                <xsd:element ref="ns3:TaxCatchAll" minOccurs="0"/>
                <xsd:element ref="ns4:MediaServiceDateTaken" minOccurs="0"/>
                <xsd:element ref="ns4:MediaServiceLocation" minOccurs="0"/>
                <xsd:element ref="ns4:MediaServiceMetadata" minOccurs="0"/>
                <xsd:element ref="ns4:MediaServiceFastMetadata" minOccurs="0"/>
                <xsd:element ref="ns4:MediaServiceAutoTags" minOccurs="0"/>
                <xsd:element ref="ns4:MediaServiceOCR" minOccurs="0"/>
                <xsd:element ref="ns4:MediaServiceEventHashCode" minOccurs="0"/>
                <xsd:element ref="ns4:MediaServiceGenerationTime" minOccurs="0"/>
                <xsd:element ref="ns5:SharedWithUsers" minOccurs="0"/>
                <xsd:element ref="ns5:SharedWithDetails" minOccurs="0"/>
                <xsd:element ref="ns6:IconOverlay" minOccurs="0"/>
                <xsd:element ref="ns1:AverageRating" minOccurs="0"/>
                <xsd:element ref="ns1:RatingCount" minOccurs="0"/>
                <xsd:element ref="ns4:MediaServiceAutoKeyPoints" minOccurs="0"/>
                <xsd:element ref="ns1:RatedBy" minOccurs="0"/>
                <xsd:element ref="ns1:_ip_UnifiedCompliancePolicyProperties" minOccurs="0"/>
                <xsd:element ref="ns1:_ip_UnifiedCompliancePolicyUIAction" minOccurs="0"/>
                <xsd:element ref="ns1:Ratings" minOccurs="0"/>
                <xsd:element ref="ns4:EngEndDate" minOccurs="0"/>
                <xsd:element ref="ns4:MediaLengthInSeconds" minOccurs="0"/>
                <xsd:element ref="ns4:lcf76f155ced4ddcb4097134ff3c332f" minOccurs="0"/>
                <xsd:element ref="ns4:Dat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LikesCount" ma:index="25" nillable="true" ma:displayName="Number of Likes" ma:hidden="true" ma:internalName="LikesCount" ma:readOnly="false">
      <xsd:simpleType>
        <xsd:restriction base="dms:Unknown"/>
      </xsd:simpleType>
    </xsd:element>
    <xsd:element name="LikedBy" ma:index="26" nillable="true" ma:displayName="Liked By" ma:hidden="true" ma:list="UserInfo" ma:internalName="LikedBy"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46" nillable="true" ma:displayName="Rating (0-5)" ma:decimals="2" ma:description="Average value of all the ratings that have been submitted" ma:hidden="true" ma:internalName="AverageRating" ma:readOnly="false">
      <xsd:simpleType>
        <xsd:restriction base="dms:Number"/>
      </xsd:simpleType>
    </xsd:element>
    <xsd:element name="RatingCount" ma:index="47" nillable="true" ma:displayName="Number of Ratings" ma:decimals="0" ma:description="Number of ratings submitted" ma:hidden="true" ma:internalName="RatingCount" ma:readOnly="false">
      <xsd:simpleType>
        <xsd:restriction base="dms:Number"/>
      </xsd:simpleType>
    </xsd:element>
    <xsd:element name="RatedBy" ma:index="49" nillable="true" ma:displayName="Rated By" ma:description="Users rated the item." ma:hidden="true" ma:list="UserInfo" ma:internalName="RatedBy"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ip_UnifiedCompliancePolicyProperties" ma:index="50" nillable="true" ma:displayName="Unified Compliance Policy Properties" ma:hidden="true" ma:internalName="_ip_UnifiedCompliancePolicyProperties" ma:readOnly="false">
      <xsd:simpleType>
        <xsd:restriction base="dms:Note"/>
      </xsd:simpleType>
    </xsd:element>
    <xsd:element name="_ip_UnifiedCompliancePolicyUIAction" ma:index="51" nillable="true" ma:displayName="Unified Compliance Policy UI Action" ma:hidden="true" ma:internalName="_ip_UnifiedCompliancePolicyUIAction" ma:readOnly="false">
      <xsd:simpleType>
        <xsd:restriction base="dms:Text"/>
      </xsd:simpleType>
    </xsd:element>
    <xsd:element name="Ratings" ma:index="52" nillable="true" ma:displayName="User ratings" ma:description="User ratings for the item" ma:hidden="true" ma:internalName="Ratings"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5EF057-29B8-44FD-BE32-E69DA4870C76" elementFormDefault="qualified">
    <xsd:import namespace="http://schemas.microsoft.com/office/2006/documentManagement/types"/>
    <xsd:import namespace="http://schemas.microsoft.com/office/infopath/2007/PartnerControls"/>
    <xsd:element name="OrgID" ma:index="2" nillable="true" ma:displayName="OrgID" ma:decimals="0" ma:description="VSTS Org ID" ma:internalName="OrgID" ma:readOnly="false">
      <xsd:simpleType>
        <xsd:restriction base="dms:Number"/>
      </xsd:simpleType>
    </xsd:element>
    <xsd:element name="Org" ma:index="3" nillable="true" ma:displayName="Org" ma:indexed="true" ma:internalName="Org">
      <xsd:simpleType>
        <xsd:restriction base="dms:Text"/>
      </xsd:simpleType>
    </xsd:element>
    <xsd:element name="EngagementID" ma:index="4" nillable="true" ma:displayName="EngagementID" ma:decimals="0" ma:indexed="true" ma:internalName="EngagementID" ma:readOnly="false">
      <xsd:simpleType>
        <xsd:restriction base="dms:Number"/>
      </xsd:simpleType>
    </xsd:element>
    <xsd:element name="Engagement" ma:index="5" nillable="true" ma:displayName="Engagement" ma:indexed="true" ma:internalName="Engagement">
      <xsd:simpleType>
        <xsd:restriction base="dms:Text"/>
      </xsd:simpleType>
    </xsd:element>
    <xsd:element name="Tags" ma:index="6" nillable="true" ma:displayName="Tags" ma:internalName="Tags" ma:readOnly="false">
      <xsd:simpleType>
        <xsd:restriction base="dms:Note">
          <xsd:maxLength value="255"/>
        </xsd:restriction>
      </xsd:simpleType>
    </xsd:element>
    <xsd:element name="CSE_x0020_Priority_x0020_Industry" ma:index="7" nillable="true" ma:displayName="CSE Industry" ma:default="--" ma:format="Dropdown" ma:indexed="true" ma:internalName="CSE_x0020_Priority_x0020_Industry">
      <xsd:simpleType>
        <xsd:restriction base="dms:Choice">
          <xsd:enumeration value="--"/>
          <xsd:enumeration value="Automotive"/>
          <xsd:enumeration value="Education"/>
          <xsd:enumeration value="Financial Services"/>
          <xsd:enumeration value="Government"/>
          <xsd:enumeration value="Health"/>
          <xsd:enumeration value="Manufacturing &amp; Resources"/>
          <xsd:enumeration value="Media &amp; Communications"/>
          <xsd:enumeration value="Other Commercial Industries"/>
          <xsd:enumeration value="Retail"/>
          <xsd:enumeration value="Partner"/>
        </xsd:restriction>
      </xsd:simpleType>
    </xsd:element>
    <xsd:element name="Lead_x0020_PM" ma:index="8" nillable="true" ma:displayName="PM" ma:list="UserInfo" ma:SharePointGroup="0" ma:internalName="Lead_x0020_PM"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untry" ma:index="9" nillable="true" ma:displayName="Country" ma:internalName="Country" ma:readOnly="false">
      <xsd:simpleType>
        <xsd:restriction base="dms:Text"/>
      </xsd:simpleType>
    </xsd:element>
    <xsd:element name="Filename" ma:index="10" nillable="true" ma:displayName="Filename" ma:internalName="Filename">
      <xsd:simpleType>
        <xsd:restriction base="dms:Text"/>
      </xsd:simpleType>
    </xsd:element>
    <xsd:element name="STE_x0020_Tags" ma:index="11" nillable="true" ma:displayName="STE Tags" ma:internalName="STE_x0020_Tag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KeywordTaxHTField" ma:index="28" nillable="true" ma:taxonomy="true" ma:internalName="TaxKeywordTaxHTField" ma:taxonomyFieldName="TaxKeyword" ma:displayName="Enterprise Keywords" ma:readOnly="false"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element name="TaxCatchAll" ma:index="29" nillable="true" ma:displayName="Taxonomy Catch All Column" ma:hidden="true" ma:list="{e04c326d-0693-450b-90c8-93a94e9da73e}" ma:internalName="TaxCatchAll" ma:readOnly="false" ma:showField="CatchAllData" ma:web="3a984a97-1f88-4620-9803-2d448b89155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25ef057-29b8-44fd-be32-e69da4870c76" elementFormDefault="qualified">
    <xsd:import namespace="http://schemas.microsoft.com/office/2006/documentManagement/types"/>
    <xsd:import namespace="http://schemas.microsoft.com/office/infopath/2007/PartnerControls"/>
    <xsd:element name="WorkItemId" ma:index="13" nillable="true" ma:displayName="WorkItemId" ma:decimals="0" ma:description="WorkItemId" ma:indexed="true" ma:internalName="WorkItemId" ma:readOnly="false" ma:percentage="FALSE">
      <xsd:simpleType>
        <xsd:restriction base="dms:Number"/>
      </xsd:simpleType>
    </xsd:element>
    <xsd:element name="SE_x002f_I" ma:index="14" nillable="true" ma:displayName="SE/I" ma:list="UserInfo" ma:SharePointGroup="0" ma:internalName="SE_x002f_I"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verallEngagementID" ma:index="15" nillable="true" ma:displayName="OverallEngagementID" ma:decimals="0" ma:internalName="OverallEngagementID" ma:readOnly="false" ma:percentage="FALSE">
      <xsd:simpleType>
        <xsd:restriction base="dms:Number"/>
      </xsd:simpleType>
    </xsd:element>
    <xsd:element name="Assigned" ma:index="16" nillable="true" ma:displayName="Assigned" ma:list="UserInfo" ma:SharePointGroup="0" ma:internalName="Assigned"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ngagementState" ma:index="17" nillable="true" ma:displayName="EngagementState" ma:indexed="true" ma:internalName="EngagementState">
      <xsd:simpleType>
        <xsd:restriction base="dms:Text">
          <xsd:maxLength value="255"/>
        </xsd:restriction>
      </xsd:simpleType>
    </xsd:element>
    <xsd:element name="TechLead" ma:index="18" nillable="true" ma:displayName="TechLead" ma:list="UserInfo" ma:SharePointGroup="0" ma:internalName="TechLead"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ityState" ma:index="19" nillable="true" ma:displayName="CityState" ma:internalName="CityState" ma:readOnly="false">
      <xsd:simpleType>
        <xsd:restriction base="dms:Text">
          <xsd:maxLength value="255"/>
        </xsd:restriction>
      </xsd:simpleType>
    </xsd:element>
    <xsd:element name="EngStartDate" ma:index="20" nillable="true" ma:displayName="EngStartDate" ma:format="DateOnly" ma:indexed="true" ma:internalName="EngStartDate">
      <xsd:simpleType>
        <xsd:restriction base="dms:DateTime"/>
      </xsd:simpleType>
    </xsd:element>
    <xsd:element name="Technology_x0020_Domain" ma:index="21" nillable="true" ma:displayName="Technology Domain" ma:format="Dropdown" ma:internalName="Technology_x0020_Domain" ma:readOnly="false">
      <xsd:simpleType>
        <xsd:restriction base="dms:Note">
          <xsd:maxLength value="255"/>
        </xsd:restriction>
      </xsd:simpleType>
    </xsd:element>
    <xsd:element name="EngagementType" ma:index="22" nillable="true" ma:displayName="EngagementType" ma:format="Dropdown" ma:internalName="EngagementType">
      <xsd:simpleType>
        <xsd:restriction base="dms:Text">
          <xsd:maxLength value="255"/>
        </xsd:restriction>
      </xsd:simpleType>
    </xsd:element>
    <xsd:element name="MediaServiceKeyPoints" ma:index="23" nillable="true" ma:displayName="KeyPoints" ma:internalName="MediaServiceKeyPoints" ma:readOnly="false">
      <xsd:simpleType>
        <xsd:restriction base="dms:Note">
          <xsd:maxLength value="255"/>
        </xsd:restriction>
      </xsd:simpleType>
    </xsd:element>
    <xsd:element name="Artifact_x0020_Type" ma:index="24" nillable="true" ma:displayName="Artifact Type" ma:default="Other" ma:description="What type of artifact is this?" ma:format="Dropdown" ma:indexed="true" ma:internalName="Artifact_x0020_Type">
      <xsd:simpleType>
        <xsd:restriction base="dms:Choice">
          <xsd:enumeration value="Architecture"/>
          <xsd:enumeration value="Checkpoint prework"/>
          <xsd:enumeration value="Impact statement"/>
          <xsd:enumeration value="Game Plan"/>
          <xsd:enumeration value="OpenHack Flash"/>
          <xsd:enumeration value="OpenHack Report"/>
          <xsd:enumeration value="Redbook"/>
          <xsd:enumeration value="Responsible AI"/>
          <xsd:enumeration value="SDD"/>
          <xsd:enumeration value="Other"/>
          <xsd:enumeration value="Winwire"/>
          <xsd:enumeration value="Wrap Up"/>
          <xsd:enumeration value="Checkpoint video"/>
          <xsd:enumeration value="Demo video"/>
          <xsd:enumeration value="Engineering report"/>
          <xsd:enumeration value="Game Plan video"/>
          <xsd:enumeration value="NinjaCAT Asset"/>
          <xsd:enumeration value="Repo"/>
          <xsd:enumeration value="Repo re-used"/>
          <xsd:enumeration value="Semester plan"/>
          <xsd:enumeration value="Shiproom recording"/>
          <xsd:enumeration value="Teams Channel"/>
        </xsd:restriction>
      </xsd:simpleType>
    </xsd:element>
    <xsd:element name="MediaServiceDateTaken" ma:index="32" nillable="true" ma:displayName="MediaServiceDateTaken" ma:hidden="true" ma:internalName="MediaServiceDateTaken" ma:readOnly="true">
      <xsd:simpleType>
        <xsd:restriction base="dms:Text"/>
      </xsd:simpleType>
    </xsd:element>
    <xsd:element name="MediaServiceLocation" ma:index="33" nillable="true" ma:displayName="MediaServiceLocation" ma:hidden="true" ma:internalName="MediaServiceLocation" ma:readOnly="true">
      <xsd:simpleType>
        <xsd:restriction base="dms:Text"/>
      </xsd:simpleType>
    </xsd:element>
    <xsd:element name="MediaServiceMetadata" ma:index="37" nillable="true" ma:displayName="MediaServiceMetadata" ma:hidden="true" ma:internalName="MediaServiceMetadata" ma:readOnly="true">
      <xsd:simpleType>
        <xsd:restriction base="dms:Note"/>
      </xsd:simpleType>
    </xsd:element>
    <xsd:element name="MediaServiceFastMetadata" ma:index="38" nillable="true" ma:displayName="MediaServiceFastMetadata" ma:hidden="true" ma:internalName="MediaServiceFastMetadata" ma:readOnly="true">
      <xsd:simpleType>
        <xsd:restriction base="dms:Note"/>
      </xsd:simpleType>
    </xsd:element>
    <xsd:element name="MediaServiceAutoTags" ma:index="39" nillable="true" ma:displayName="MediaServiceAutoTags" ma:hidden="true" ma:internalName="MediaServiceAutoTags" ma:readOnly="true">
      <xsd:simpleType>
        <xsd:restriction base="dms:Text"/>
      </xsd:simpleType>
    </xsd:element>
    <xsd:element name="MediaServiceOCR" ma:index="40" nillable="true" ma:displayName="MediaServiceOCR" ma:hidden="true" ma:internalName="MediaServiceOCR" ma:readOnly="true">
      <xsd:simpleType>
        <xsd:restriction base="dms:Note"/>
      </xsd:simpleType>
    </xsd:element>
    <xsd:element name="MediaServiceEventHashCode" ma:index="41" nillable="true" ma:displayName="MediaServiceEventHashCode" ma:hidden="true" ma:internalName="MediaServiceEventHashCode" ma:readOnly="true">
      <xsd:simpleType>
        <xsd:restriction base="dms:Text"/>
      </xsd:simpleType>
    </xsd:element>
    <xsd:element name="MediaServiceGenerationTime" ma:index="42" nillable="true" ma:displayName="MediaServiceGenerationTime" ma:hidden="true" ma:internalName="MediaServiceGenerationTime" ma:readOnly="true">
      <xsd:simpleType>
        <xsd:restriction base="dms:Text"/>
      </xsd:simpleType>
    </xsd:element>
    <xsd:element name="MediaServiceAutoKeyPoints" ma:index="48" nillable="true" ma:displayName="MediaServiceAutoKeyPoints" ma:hidden="true" ma:internalName="MediaServiceAutoKeyPoints" ma:readOnly="true">
      <xsd:simpleType>
        <xsd:restriction base="dms:Note"/>
      </xsd:simpleType>
    </xsd:element>
    <xsd:element name="EngEndDate" ma:index="53" nillable="true" ma:displayName="EngEndDate" ma:format="DateOnly" ma:internalName="EngEndDate">
      <xsd:simpleType>
        <xsd:restriction base="dms:DateTime"/>
      </xsd:simpleType>
    </xsd:element>
    <xsd:element name="MediaLengthInSeconds" ma:index="54" nillable="true" ma:displayName="Length (seconds)" ma:internalName="MediaLengthInSeconds" ma:readOnly="true">
      <xsd:simpleType>
        <xsd:restriction base="dms:Unknown"/>
      </xsd:simpleType>
    </xsd:element>
    <xsd:element name="lcf76f155ced4ddcb4097134ff3c332f" ma:index="5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time" ma:index="57" nillable="true" ma:displayName="Datetime" ma:format="DateTime" ma:internalName="Datetim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3a984a97-1f88-4620-9803-2d448b891559" elementFormDefault="qualified">
    <xsd:import namespace="http://schemas.microsoft.com/office/2006/documentManagement/types"/>
    <xsd:import namespace="http://schemas.microsoft.com/office/infopath/2007/PartnerControls"/>
    <xsd:element name="SharedWithUsers" ma:index="43"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4"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5"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230e9df3-be65-4c73-a93b-d1236ebd677e"/>
    <ds:schemaRef ds:uri="3a984a97-1f88-4620-9803-2d448b891559"/>
    <ds:schemaRef ds:uri="725EF057-29B8-44FD-BE32-E69DA4870C76"/>
    <ds:schemaRef ds:uri="725ef057-29b8-44fd-be32-e69da4870c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62E25F5-1B3D-4E71-B985-6B24EE0E59BA}">
  <ds:schemaRefs>
    <ds:schemaRef ds:uri="230e9df3-be65-4c73-a93b-d1236ebd677e"/>
    <ds:schemaRef ds:uri="3a984a97-1f88-4620-9803-2d448b891559"/>
    <ds:schemaRef ds:uri="725EF057-29B8-44FD-BE32-E69DA4870C76"/>
    <ds:schemaRef ds:uri="725ef057-29b8-44fd-be32-e69da4870c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emplate>Blue_accent_white_background_Microsoft_template</Template>
  <TotalTime>3394</TotalTime>
  <Words>312</Words>
  <Application>Microsoft Office PowerPoint</Application>
  <PresentationFormat>Widescreen</PresentationFormat>
  <Paragraphs>108</Paragraphs>
  <Slides>2</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vt:i4>
      </vt:variant>
    </vt:vector>
  </HeadingPairs>
  <TitlesOfParts>
    <vt:vector size="12" baseType="lpstr">
      <vt:lpstr>Arial</vt:lpstr>
      <vt:lpstr>Calibri</vt:lpstr>
      <vt:lpstr>Consolas</vt:lpstr>
      <vt:lpstr>Segoe UI</vt:lpstr>
      <vt:lpstr>Segoe UI Semibold</vt:lpstr>
      <vt:lpstr>Segoe UI Semilight</vt:lpstr>
      <vt:lpstr>Wingdings</vt:lpstr>
      <vt:lpstr>White Template</vt:lpstr>
      <vt:lpstr>WHITE TEMPLATE</vt:lpstr>
      <vt:lpstr>White Template</vt:lpstr>
      <vt:lpstr>Public deployment</vt:lpstr>
      <vt:lpstr>Private deployment</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Swiss Re: Service Insights Centre</dc:title>
  <dc:subject>&lt;Event name&gt;</dc:subject>
  <dc:creator>Dana Warren</dc:creator>
  <cp:keywords/>
  <dc:description/>
  <cp:lastModifiedBy>Frédéric Le Coquil</cp:lastModifiedBy>
  <cp:revision>41</cp:revision>
  <dcterms:created xsi:type="dcterms:W3CDTF">2020-11-24T23:02:08Z</dcterms:created>
  <dcterms:modified xsi:type="dcterms:W3CDTF">2026-03-27T17:17:34Z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0x010100C9B442A5CC9AAF40A5EA717E75549A49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TaxKeyword">
    <vt:lpwstr/>
  </property>
  <property fmtid="{D5CDD505-2E9C-101B-9397-08002B2CF9AE}" pid="21" name="_dlc_DocIdItemGuid">
    <vt:lpwstr>3a440ccf-df63-4945-a517-71d3b58ee62e</vt:lpwstr>
  </property>
  <property fmtid="{D5CDD505-2E9C-101B-9397-08002B2CF9AE}" pid="22" name="MediaServiceImageTags">
    <vt:lpwstr/>
  </property>
</Properties>
</file>